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3" r:id="rId12"/>
    <p:sldId id="266" r:id="rId13"/>
    <p:sldId id="267" r:id="rId14"/>
    <p:sldId id="268" r:id="rId15"/>
    <p:sldId id="269" r:id="rId16"/>
    <p:sldId id="270" r:id="rId17"/>
    <p:sldId id="271" r:id="rId18"/>
    <p:sldId id="272" r:id="rId19"/>
  </p:sldIdLst>
  <p:sldSz cx="12192000" cy="6858000"/>
  <p:notesSz cx="6858000" cy="91440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AC0B9E-DB93-4D07-894E-BC9ED6B1963D}" v="576" dt="2026-02-14T19:39:01.2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3" d="100"/>
          <a:sy n="93" d="100"/>
        </p:scale>
        <p:origin x="1152" y="29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rashekhar, Satty" userId="efd3f64b-4986-44c3-8fe6-502f8bf960c6" providerId="ADAL" clId="{5C46F054-3B8E-4743-88A8-964469F22D6C}"/>
    <pc:docChg chg="custSel modSld">
      <pc:chgData name="Chandrashekhar, Satty" userId="efd3f64b-4986-44c3-8fe6-502f8bf960c6" providerId="ADAL" clId="{5C46F054-3B8E-4743-88A8-964469F22D6C}" dt="2026-02-14T19:39:01.248" v="1151"/>
      <pc:docMkLst>
        <pc:docMk/>
      </pc:docMkLst>
      <pc:sldChg chg="addSp modSp mod">
        <pc:chgData name="Chandrashekhar, Satty" userId="efd3f64b-4986-44c3-8fe6-502f8bf960c6" providerId="ADAL" clId="{5C46F054-3B8E-4743-88A8-964469F22D6C}" dt="2026-02-14T19:32:05.092" v="63"/>
        <pc:sldMkLst>
          <pc:docMk/>
          <pc:sldMk cId="0" sldId="256"/>
        </pc:sldMkLst>
        <pc:spChg chg="add mod">
          <ac:chgData name="Chandrashekhar, Satty" userId="efd3f64b-4986-44c3-8fe6-502f8bf960c6" providerId="ADAL" clId="{5C46F054-3B8E-4743-88A8-964469F22D6C}" dt="2026-02-14T19:32:05.092" v="60"/>
          <ac:spMkLst>
            <pc:docMk/>
            <pc:sldMk cId="0" sldId="256"/>
            <ac:spMk id="10" creationId="{1A454D82-4314-0B11-A167-E48593692823}"/>
          </ac:spMkLst>
        </pc:spChg>
        <pc:spChg chg="add mod">
          <ac:chgData name="Chandrashekhar, Satty" userId="efd3f64b-4986-44c3-8fe6-502f8bf960c6" providerId="ADAL" clId="{5C46F054-3B8E-4743-88A8-964469F22D6C}" dt="2026-02-14T19:32:05.092" v="62"/>
          <ac:spMkLst>
            <pc:docMk/>
            <pc:sldMk cId="0" sldId="256"/>
            <ac:spMk id="11" creationId="{514D0BF3-B831-E451-16F9-C3E8F037CA62}"/>
          </ac:spMkLst>
        </pc:spChg>
        <pc:spChg chg="add mod">
          <ac:chgData name="Chandrashekhar, Satty" userId="efd3f64b-4986-44c3-8fe6-502f8bf960c6" providerId="ADAL" clId="{5C46F054-3B8E-4743-88A8-964469F22D6C}" dt="2026-02-14T19:32:05.092" v="60"/>
          <ac:spMkLst>
            <pc:docMk/>
            <pc:sldMk cId="0" sldId="256"/>
            <ac:spMk id="12" creationId="{78B91D11-1D37-CABC-24EA-A28D6FE08FC0}"/>
          </ac:spMkLst>
        </pc:spChg>
        <pc:spChg chg="add mod">
          <ac:chgData name="Chandrashekhar, Satty" userId="efd3f64b-4986-44c3-8fe6-502f8bf960c6" providerId="ADAL" clId="{5C46F054-3B8E-4743-88A8-964469F22D6C}" dt="2026-02-14T19:32:05.092" v="62"/>
          <ac:spMkLst>
            <pc:docMk/>
            <pc:sldMk cId="0" sldId="256"/>
            <ac:spMk id="13" creationId="{892ABA43-43D9-B6CE-0918-4D05DC62F0F4}"/>
          </ac:spMkLst>
        </pc:spChg>
        <pc:grpChg chg="add mod">
          <ac:chgData name="Chandrashekhar, Satty" userId="efd3f64b-4986-44c3-8fe6-502f8bf960c6" providerId="ADAL" clId="{5C46F054-3B8E-4743-88A8-964469F22D6C}" dt="2026-02-14T19:32:05.092" v="61"/>
          <ac:grpSpMkLst>
            <pc:docMk/>
            <pc:sldMk cId="0" sldId="256"/>
            <ac:grpSpMk id="14" creationId="{8A38BB98-13B2-CBDD-3C99-831089A76930}"/>
          </ac:grpSpMkLst>
        </pc:grpChg>
        <pc:grpChg chg="add mod">
          <ac:chgData name="Chandrashekhar, Satty" userId="efd3f64b-4986-44c3-8fe6-502f8bf960c6" providerId="ADAL" clId="{5C46F054-3B8E-4743-88A8-964469F22D6C}" dt="2026-02-14T19:32:05.092" v="63"/>
          <ac:grpSpMkLst>
            <pc:docMk/>
            <pc:sldMk cId="0" sldId="256"/>
            <ac:grpSpMk id="15" creationId="{4546FA6E-EBE5-3F1E-9AFD-A736F813E300}"/>
          </ac:grpSpMkLst>
        </pc:grpChg>
        <pc:cxnChg chg="add mod ord">
          <ac:chgData name="Chandrashekhar, Satty" userId="efd3f64b-4986-44c3-8fe6-502f8bf960c6" providerId="ADAL" clId="{5C46F054-3B8E-4743-88A8-964469F22D6C}" dt="2026-02-14T19:32:05.092" v="60"/>
          <ac:cxnSpMkLst>
            <pc:docMk/>
            <pc:sldMk cId="0" sldId="256"/>
            <ac:cxnSpMk id="6" creationId="{88A8ED1D-EBB1-E5AA-DBD5-74C437E418C6}"/>
          </ac:cxnSpMkLst>
        </pc:cxnChg>
        <pc:cxnChg chg="add mod ord">
          <ac:chgData name="Chandrashekhar, Satty" userId="efd3f64b-4986-44c3-8fe6-502f8bf960c6" providerId="ADAL" clId="{5C46F054-3B8E-4743-88A8-964469F22D6C}" dt="2026-02-14T19:32:05.092" v="62"/>
          <ac:cxnSpMkLst>
            <pc:docMk/>
            <pc:sldMk cId="0" sldId="256"/>
            <ac:cxnSpMk id="7" creationId="{3DDEEBB3-1791-980A-240C-68A705E4DA50}"/>
          </ac:cxnSpMkLst>
        </pc:cxnChg>
        <pc:cxnChg chg="add mod ord">
          <ac:chgData name="Chandrashekhar, Satty" userId="efd3f64b-4986-44c3-8fe6-502f8bf960c6" providerId="ADAL" clId="{5C46F054-3B8E-4743-88A8-964469F22D6C}" dt="2026-02-14T19:32:05.092" v="60"/>
          <ac:cxnSpMkLst>
            <pc:docMk/>
            <pc:sldMk cId="0" sldId="256"/>
            <ac:cxnSpMk id="8" creationId="{882EFE6D-E775-CFB1-6F03-3D5841EC1750}"/>
          </ac:cxnSpMkLst>
        </pc:cxnChg>
        <pc:cxnChg chg="add mod ord">
          <ac:chgData name="Chandrashekhar, Satty" userId="efd3f64b-4986-44c3-8fe6-502f8bf960c6" providerId="ADAL" clId="{5C46F054-3B8E-4743-88A8-964469F22D6C}" dt="2026-02-14T19:32:05.092" v="62"/>
          <ac:cxnSpMkLst>
            <pc:docMk/>
            <pc:sldMk cId="0" sldId="256"/>
            <ac:cxnSpMk id="9" creationId="{FBC3E5BB-7446-B43A-C6B2-481D26216B0F}"/>
          </ac:cxnSpMkLst>
        </pc:cxnChg>
      </pc:sldChg>
      <pc:sldChg chg="addSp modSp mod">
        <pc:chgData name="Chandrashekhar, Satty" userId="efd3f64b-4986-44c3-8fe6-502f8bf960c6" providerId="ADAL" clId="{5C46F054-3B8E-4743-88A8-964469F22D6C}" dt="2026-02-14T19:32:05.123" v="127"/>
        <pc:sldMkLst>
          <pc:docMk/>
          <pc:sldMk cId="0" sldId="257"/>
        </pc:sldMkLst>
        <pc:spChg chg="add mod">
          <ac:chgData name="Chandrashekhar, Satty" userId="efd3f64b-4986-44c3-8fe6-502f8bf960c6" providerId="ADAL" clId="{5C46F054-3B8E-4743-88A8-964469F22D6C}" dt="2026-02-14T19:32:05.123" v="124"/>
          <ac:spMkLst>
            <pc:docMk/>
            <pc:sldMk cId="0" sldId="257"/>
            <ac:spMk id="12" creationId="{56961C07-30E4-BD6C-B114-6E6C2186ECCC}"/>
          </ac:spMkLst>
        </pc:spChg>
        <pc:spChg chg="add mod">
          <ac:chgData name="Chandrashekhar, Satty" userId="efd3f64b-4986-44c3-8fe6-502f8bf960c6" providerId="ADAL" clId="{5C46F054-3B8E-4743-88A8-964469F22D6C}" dt="2026-02-14T19:32:05.123" v="126"/>
          <ac:spMkLst>
            <pc:docMk/>
            <pc:sldMk cId="0" sldId="257"/>
            <ac:spMk id="13" creationId="{55056E0B-4451-56CC-FE86-CA5EE5BF6201}"/>
          </ac:spMkLst>
        </pc:spChg>
        <pc:spChg chg="add mod">
          <ac:chgData name="Chandrashekhar, Satty" userId="efd3f64b-4986-44c3-8fe6-502f8bf960c6" providerId="ADAL" clId="{5C46F054-3B8E-4743-88A8-964469F22D6C}" dt="2026-02-14T19:32:05.123" v="124"/>
          <ac:spMkLst>
            <pc:docMk/>
            <pc:sldMk cId="0" sldId="257"/>
            <ac:spMk id="14" creationId="{08A7FC46-2C24-0D1F-EE7C-B5C7E0C4EF52}"/>
          </ac:spMkLst>
        </pc:spChg>
        <pc:spChg chg="add mod">
          <ac:chgData name="Chandrashekhar, Satty" userId="efd3f64b-4986-44c3-8fe6-502f8bf960c6" providerId="ADAL" clId="{5C46F054-3B8E-4743-88A8-964469F22D6C}" dt="2026-02-14T19:32:05.123" v="126"/>
          <ac:spMkLst>
            <pc:docMk/>
            <pc:sldMk cId="0" sldId="257"/>
            <ac:spMk id="15" creationId="{E80970D6-18ED-0089-9E2A-7DC121CE648F}"/>
          </ac:spMkLst>
        </pc:spChg>
        <pc:grpChg chg="add mod">
          <ac:chgData name="Chandrashekhar, Satty" userId="efd3f64b-4986-44c3-8fe6-502f8bf960c6" providerId="ADAL" clId="{5C46F054-3B8E-4743-88A8-964469F22D6C}" dt="2026-02-14T19:32:05.123" v="125"/>
          <ac:grpSpMkLst>
            <pc:docMk/>
            <pc:sldMk cId="0" sldId="257"/>
            <ac:grpSpMk id="16" creationId="{5710E267-7342-07E1-7557-8B2CAE72CF29}"/>
          </ac:grpSpMkLst>
        </pc:grpChg>
        <pc:grpChg chg="add mod">
          <ac:chgData name="Chandrashekhar, Satty" userId="efd3f64b-4986-44c3-8fe6-502f8bf960c6" providerId="ADAL" clId="{5C46F054-3B8E-4743-88A8-964469F22D6C}" dt="2026-02-14T19:32:05.123" v="127"/>
          <ac:grpSpMkLst>
            <pc:docMk/>
            <pc:sldMk cId="0" sldId="257"/>
            <ac:grpSpMk id="17" creationId="{34CB9D70-4610-02EE-CAFA-90BDBBB04D2C}"/>
          </ac:grpSpMkLst>
        </pc:grpChg>
        <pc:cxnChg chg="add mod ord">
          <ac:chgData name="Chandrashekhar, Satty" userId="efd3f64b-4986-44c3-8fe6-502f8bf960c6" providerId="ADAL" clId="{5C46F054-3B8E-4743-88A8-964469F22D6C}" dt="2026-02-14T19:32:05.123" v="124"/>
          <ac:cxnSpMkLst>
            <pc:docMk/>
            <pc:sldMk cId="0" sldId="257"/>
            <ac:cxnSpMk id="8" creationId="{1CFC37FB-838C-ED96-5F95-F15D0BD6479C}"/>
          </ac:cxnSpMkLst>
        </pc:cxnChg>
        <pc:cxnChg chg="add mod ord">
          <ac:chgData name="Chandrashekhar, Satty" userId="efd3f64b-4986-44c3-8fe6-502f8bf960c6" providerId="ADAL" clId="{5C46F054-3B8E-4743-88A8-964469F22D6C}" dt="2026-02-14T19:32:05.123" v="126"/>
          <ac:cxnSpMkLst>
            <pc:docMk/>
            <pc:sldMk cId="0" sldId="257"/>
            <ac:cxnSpMk id="9" creationId="{12D26D1D-9A56-AED3-1C69-20C3624EACF6}"/>
          </ac:cxnSpMkLst>
        </pc:cxnChg>
        <pc:cxnChg chg="add mod ord">
          <ac:chgData name="Chandrashekhar, Satty" userId="efd3f64b-4986-44c3-8fe6-502f8bf960c6" providerId="ADAL" clId="{5C46F054-3B8E-4743-88A8-964469F22D6C}" dt="2026-02-14T19:32:05.123" v="124"/>
          <ac:cxnSpMkLst>
            <pc:docMk/>
            <pc:sldMk cId="0" sldId="257"/>
            <ac:cxnSpMk id="10" creationId="{5A238CC3-0ABD-37AC-50FE-F8E2122D28A9}"/>
          </ac:cxnSpMkLst>
        </pc:cxnChg>
        <pc:cxnChg chg="add mod ord">
          <ac:chgData name="Chandrashekhar, Satty" userId="efd3f64b-4986-44c3-8fe6-502f8bf960c6" providerId="ADAL" clId="{5C46F054-3B8E-4743-88A8-964469F22D6C}" dt="2026-02-14T19:32:05.123" v="126"/>
          <ac:cxnSpMkLst>
            <pc:docMk/>
            <pc:sldMk cId="0" sldId="257"/>
            <ac:cxnSpMk id="11" creationId="{B8575151-6B7E-7B53-D728-7A71AC1EDEC7}"/>
          </ac:cxnSpMkLst>
        </pc:cxnChg>
      </pc:sldChg>
      <pc:sldChg chg="addSp modSp mod">
        <pc:chgData name="Chandrashekhar, Satty" userId="efd3f64b-4986-44c3-8fe6-502f8bf960c6" providerId="ADAL" clId="{5C46F054-3B8E-4743-88A8-964469F22D6C}" dt="2026-02-14T19:32:05.150" v="191"/>
        <pc:sldMkLst>
          <pc:docMk/>
          <pc:sldMk cId="0" sldId="258"/>
        </pc:sldMkLst>
        <pc:spChg chg="add mod">
          <ac:chgData name="Chandrashekhar, Satty" userId="efd3f64b-4986-44c3-8fe6-502f8bf960c6" providerId="ADAL" clId="{5C46F054-3B8E-4743-88A8-964469F22D6C}" dt="2026-02-14T19:32:05.150" v="188"/>
          <ac:spMkLst>
            <pc:docMk/>
            <pc:sldMk cId="0" sldId="258"/>
            <ac:spMk id="11" creationId="{FDDF4A81-258D-F842-656D-B96D93D3DFC8}"/>
          </ac:spMkLst>
        </pc:spChg>
        <pc:spChg chg="add mod">
          <ac:chgData name="Chandrashekhar, Satty" userId="efd3f64b-4986-44c3-8fe6-502f8bf960c6" providerId="ADAL" clId="{5C46F054-3B8E-4743-88A8-964469F22D6C}" dt="2026-02-14T19:32:05.150" v="190"/>
          <ac:spMkLst>
            <pc:docMk/>
            <pc:sldMk cId="0" sldId="258"/>
            <ac:spMk id="12" creationId="{C3F226FA-B5D2-818A-D147-2CC0DDFB8758}"/>
          </ac:spMkLst>
        </pc:spChg>
        <pc:spChg chg="add mod">
          <ac:chgData name="Chandrashekhar, Satty" userId="efd3f64b-4986-44c3-8fe6-502f8bf960c6" providerId="ADAL" clId="{5C46F054-3B8E-4743-88A8-964469F22D6C}" dt="2026-02-14T19:32:05.150" v="188"/>
          <ac:spMkLst>
            <pc:docMk/>
            <pc:sldMk cId="0" sldId="258"/>
            <ac:spMk id="13" creationId="{5DBB5ABD-6119-7BEC-BA64-4CC449D7711E}"/>
          </ac:spMkLst>
        </pc:spChg>
        <pc:spChg chg="add mod">
          <ac:chgData name="Chandrashekhar, Satty" userId="efd3f64b-4986-44c3-8fe6-502f8bf960c6" providerId="ADAL" clId="{5C46F054-3B8E-4743-88A8-964469F22D6C}" dt="2026-02-14T19:32:05.150" v="190"/>
          <ac:spMkLst>
            <pc:docMk/>
            <pc:sldMk cId="0" sldId="258"/>
            <ac:spMk id="14" creationId="{D501406E-3B47-7F97-4644-594F8639912E}"/>
          </ac:spMkLst>
        </pc:spChg>
        <pc:grpChg chg="add mod">
          <ac:chgData name="Chandrashekhar, Satty" userId="efd3f64b-4986-44c3-8fe6-502f8bf960c6" providerId="ADAL" clId="{5C46F054-3B8E-4743-88A8-964469F22D6C}" dt="2026-02-14T19:32:05.150" v="189"/>
          <ac:grpSpMkLst>
            <pc:docMk/>
            <pc:sldMk cId="0" sldId="258"/>
            <ac:grpSpMk id="15" creationId="{76D8B6CA-3B0E-B4F3-028D-53D97032A8F0}"/>
          </ac:grpSpMkLst>
        </pc:grpChg>
        <pc:grpChg chg="add mod">
          <ac:chgData name="Chandrashekhar, Satty" userId="efd3f64b-4986-44c3-8fe6-502f8bf960c6" providerId="ADAL" clId="{5C46F054-3B8E-4743-88A8-964469F22D6C}" dt="2026-02-14T19:32:05.150" v="191"/>
          <ac:grpSpMkLst>
            <pc:docMk/>
            <pc:sldMk cId="0" sldId="258"/>
            <ac:grpSpMk id="16" creationId="{F164C6A9-55FE-BEFF-FA82-40742A980FF6}"/>
          </ac:grpSpMkLst>
        </pc:grpChg>
        <pc:cxnChg chg="add mod ord">
          <ac:chgData name="Chandrashekhar, Satty" userId="efd3f64b-4986-44c3-8fe6-502f8bf960c6" providerId="ADAL" clId="{5C46F054-3B8E-4743-88A8-964469F22D6C}" dt="2026-02-14T19:32:05.150" v="188"/>
          <ac:cxnSpMkLst>
            <pc:docMk/>
            <pc:sldMk cId="0" sldId="258"/>
            <ac:cxnSpMk id="7" creationId="{CB660EE0-20FE-7A29-964B-A75AB033ECCA}"/>
          </ac:cxnSpMkLst>
        </pc:cxnChg>
        <pc:cxnChg chg="add mod ord">
          <ac:chgData name="Chandrashekhar, Satty" userId="efd3f64b-4986-44c3-8fe6-502f8bf960c6" providerId="ADAL" clId="{5C46F054-3B8E-4743-88A8-964469F22D6C}" dt="2026-02-14T19:32:05.150" v="190"/>
          <ac:cxnSpMkLst>
            <pc:docMk/>
            <pc:sldMk cId="0" sldId="258"/>
            <ac:cxnSpMk id="8" creationId="{1AB10147-668C-B3B0-B495-96B6DC9A3FA1}"/>
          </ac:cxnSpMkLst>
        </pc:cxnChg>
        <pc:cxnChg chg="add mod ord">
          <ac:chgData name="Chandrashekhar, Satty" userId="efd3f64b-4986-44c3-8fe6-502f8bf960c6" providerId="ADAL" clId="{5C46F054-3B8E-4743-88A8-964469F22D6C}" dt="2026-02-14T19:32:05.150" v="188"/>
          <ac:cxnSpMkLst>
            <pc:docMk/>
            <pc:sldMk cId="0" sldId="258"/>
            <ac:cxnSpMk id="9" creationId="{46A8289B-79D8-BC04-6BB1-ECCEA39EA665}"/>
          </ac:cxnSpMkLst>
        </pc:cxnChg>
        <pc:cxnChg chg="add mod ord">
          <ac:chgData name="Chandrashekhar, Satty" userId="efd3f64b-4986-44c3-8fe6-502f8bf960c6" providerId="ADAL" clId="{5C46F054-3B8E-4743-88A8-964469F22D6C}" dt="2026-02-14T19:32:05.150" v="190"/>
          <ac:cxnSpMkLst>
            <pc:docMk/>
            <pc:sldMk cId="0" sldId="258"/>
            <ac:cxnSpMk id="10" creationId="{34595177-EA56-2878-43A9-2A7C86AE367C}"/>
          </ac:cxnSpMkLst>
        </pc:cxnChg>
      </pc:sldChg>
      <pc:sldChg chg="addSp modSp mod">
        <pc:chgData name="Chandrashekhar, Satty" userId="efd3f64b-4986-44c3-8fe6-502f8bf960c6" providerId="ADAL" clId="{5C46F054-3B8E-4743-88A8-964469F22D6C}" dt="2026-02-14T19:32:05.172" v="255"/>
        <pc:sldMkLst>
          <pc:docMk/>
          <pc:sldMk cId="0" sldId="259"/>
        </pc:sldMkLst>
        <pc:spChg chg="add mod">
          <ac:chgData name="Chandrashekhar, Satty" userId="efd3f64b-4986-44c3-8fe6-502f8bf960c6" providerId="ADAL" clId="{5C46F054-3B8E-4743-88A8-964469F22D6C}" dt="2026-02-14T19:32:05.172" v="252"/>
          <ac:spMkLst>
            <pc:docMk/>
            <pc:sldMk cId="0" sldId="259"/>
            <ac:spMk id="12" creationId="{9EF18D0B-BE18-D9D0-7352-DED50EE0D5CE}"/>
          </ac:spMkLst>
        </pc:spChg>
        <pc:spChg chg="add mod">
          <ac:chgData name="Chandrashekhar, Satty" userId="efd3f64b-4986-44c3-8fe6-502f8bf960c6" providerId="ADAL" clId="{5C46F054-3B8E-4743-88A8-964469F22D6C}" dt="2026-02-14T19:32:05.172" v="254"/>
          <ac:spMkLst>
            <pc:docMk/>
            <pc:sldMk cId="0" sldId="259"/>
            <ac:spMk id="13" creationId="{2368A231-F9D2-E86C-F23F-955BD96264FA}"/>
          </ac:spMkLst>
        </pc:spChg>
        <pc:spChg chg="add mod">
          <ac:chgData name="Chandrashekhar, Satty" userId="efd3f64b-4986-44c3-8fe6-502f8bf960c6" providerId="ADAL" clId="{5C46F054-3B8E-4743-88A8-964469F22D6C}" dt="2026-02-14T19:32:05.172" v="252"/>
          <ac:spMkLst>
            <pc:docMk/>
            <pc:sldMk cId="0" sldId="259"/>
            <ac:spMk id="14" creationId="{38C2021E-C9AB-CDD1-8261-DAA742535781}"/>
          </ac:spMkLst>
        </pc:spChg>
        <pc:spChg chg="add mod">
          <ac:chgData name="Chandrashekhar, Satty" userId="efd3f64b-4986-44c3-8fe6-502f8bf960c6" providerId="ADAL" clId="{5C46F054-3B8E-4743-88A8-964469F22D6C}" dt="2026-02-14T19:32:05.172" v="254"/>
          <ac:spMkLst>
            <pc:docMk/>
            <pc:sldMk cId="0" sldId="259"/>
            <ac:spMk id="15" creationId="{DD9D4072-F3CD-A184-046C-B4F4B3081FE3}"/>
          </ac:spMkLst>
        </pc:spChg>
        <pc:grpChg chg="add mod">
          <ac:chgData name="Chandrashekhar, Satty" userId="efd3f64b-4986-44c3-8fe6-502f8bf960c6" providerId="ADAL" clId="{5C46F054-3B8E-4743-88A8-964469F22D6C}" dt="2026-02-14T19:32:05.172" v="253"/>
          <ac:grpSpMkLst>
            <pc:docMk/>
            <pc:sldMk cId="0" sldId="259"/>
            <ac:grpSpMk id="16" creationId="{876DBE2F-A650-984F-6141-6D5E55D1B3BD}"/>
          </ac:grpSpMkLst>
        </pc:grpChg>
        <pc:grpChg chg="add mod">
          <ac:chgData name="Chandrashekhar, Satty" userId="efd3f64b-4986-44c3-8fe6-502f8bf960c6" providerId="ADAL" clId="{5C46F054-3B8E-4743-88A8-964469F22D6C}" dt="2026-02-14T19:32:05.172" v="255"/>
          <ac:grpSpMkLst>
            <pc:docMk/>
            <pc:sldMk cId="0" sldId="259"/>
            <ac:grpSpMk id="17" creationId="{E1912973-72A7-1823-E150-5562DD5DF654}"/>
          </ac:grpSpMkLst>
        </pc:grpChg>
        <pc:cxnChg chg="add mod ord">
          <ac:chgData name="Chandrashekhar, Satty" userId="efd3f64b-4986-44c3-8fe6-502f8bf960c6" providerId="ADAL" clId="{5C46F054-3B8E-4743-88A8-964469F22D6C}" dt="2026-02-14T19:32:05.172" v="252"/>
          <ac:cxnSpMkLst>
            <pc:docMk/>
            <pc:sldMk cId="0" sldId="259"/>
            <ac:cxnSpMk id="8" creationId="{71C0F163-7C4C-3FCF-6DCF-D3F663857DD9}"/>
          </ac:cxnSpMkLst>
        </pc:cxnChg>
        <pc:cxnChg chg="add mod ord">
          <ac:chgData name="Chandrashekhar, Satty" userId="efd3f64b-4986-44c3-8fe6-502f8bf960c6" providerId="ADAL" clId="{5C46F054-3B8E-4743-88A8-964469F22D6C}" dt="2026-02-14T19:32:05.172" v="254"/>
          <ac:cxnSpMkLst>
            <pc:docMk/>
            <pc:sldMk cId="0" sldId="259"/>
            <ac:cxnSpMk id="9" creationId="{7FB6946B-13ED-BCA5-1B69-4CEADC6F1325}"/>
          </ac:cxnSpMkLst>
        </pc:cxnChg>
        <pc:cxnChg chg="add mod ord">
          <ac:chgData name="Chandrashekhar, Satty" userId="efd3f64b-4986-44c3-8fe6-502f8bf960c6" providerId="ADAL" clId="{5C46F054-3B8E-4743-88A8-964469F22D6C}" dt="2026-02-14T19:32:05.172" v="252"/>
          <ac:cxnSpMkLst>
            <pc:docMk/>
            <pc:sldMk cId="0" sldId="259"/>
            <ac:cxnSpMk id="10" creationId="{1C108779-D8D7-FAE9-5DBE-EA9DC1238241}"/>
          </ac:cxnSpMkLst>
        </pc:cxnChg>
        <pc:cxnChg chg="add mod ord">
          <ac:chgData name="Chandrashekhar, Satty" userId="efd3f64b-4986-44c3-8fe6-502f8bf960c6" providerId="ADAL" clId="{5C46F054-3B8E-4743-88A8-964469F22D6C}" dt="2026-02-14T19:32:05.172" v="254"/>
          <ac:cxnSpMkLst>
            <pc:docMk/>
            <pc:sldMk cId="0" sldId="259"/>
            <ac:cxnSpMk id="11" creationId="{CD17A4CB-9265-BBF6-C8FD-75F795DDFBF2}"/>
          </ac:cxnSpMkLst>
        </pc:cxnChg>
      </pc:sldChg>
      <pc:sldChg chg="addSp modSp mod">
        <pc:chgData name="Chandrashekhar, Satty" userId="efd3f64b-4986-44c3-8fe6-502f8bf960c6" providerId="ADAL" clId="{5C46F054-3B8E-4743-88A8-964469F22D6C}" dt="2026-02-14T19:32:05.188" v="319"/>
        <pc:sldMkLst>
          <pc:docMk/>
          <pc:sldMk cId="0" sldId="260"/>
        </pc:sldMkLst>
        <pc:spChg chg="add mod">
          <ac:chgData name="Chandrashekhar, Satty" userId="efd3f64b-4986-44c3-8fe6-502f8bf960c6" providerId="ADAL" clId="{5C46F054-3B8E-4743-88A8-964469F22D6C}" dt="2026-02-14T19:32:05.188" v="316"/>
          <ac:spMkLst>
            <pc:docMk/>
            <pc:sldMk cId="0" sldId="260"/>
            <ac:spMk id="12" creationId="{520F0375-7F4D-F9FD-04AC-C82C68437A9D}"/>
          </ac:spMkLst>
        </pc:spChg>
        <pc:spChg chg="add mod">
          <ac:chgData name="Chandrashekhar, Satty" userId="efd3f64b-4986-44c3-8fe6-502f8bf960c6" providerId="ADAL" clId="{5C46F054-3B8E-4743-88A8-964469F22D6C}" dt="2026-02-14T19:32:05.188" v="318"/>
          <ac:spMkLst>
            <pc:docMk/>
            <pc:sldMk cId="0" sldId="260"/>
            <ac:spMk id="13" creationId="{B64ADADF-2661-601D-DAA0-710BE1CB67CC}"/>
          </ac:spMkLst>
        </pc:spChg>
        <pc:spChg chg="add mod">
          <ac:chgData name="Chandrashekhar, Satty" userId="efd3f64b-4986-44c3-8fe6-502f8bf960c6" providerId="ADAL" clId="{5C46F054-3B8E-4743-88A8-964469F22D6C}" dt="2026-02-14T19:32:05.188" v="316"/>
          <ac:spMkLst>
            <pc:docMk/>
            <pc:sldMk cId="0" sldId="260"/>
            <ac:spMk id="14" creationId="{B2C3CC55-7A4E-6F91-EAD3-46E3E5F0EDDF}"/>
          </ac:spMkLst>
        </pc:spChg>
        <pc:spChg chg="add mod">
          <ac:chgData name="Chandrashekhar, Satty" userId="efd3f64b-4986-44c3-8fe6-502f8bf960c6" providerId="ADAL" clId="{5C46F054-3B8E-4743-88A8-964469F22D6C}" dt="2026-02-14T19:32:05.188" v="318"/>
          <ac:spMkLst>
            <pc:docMk/>
            <pc:sldMk cId="0" sldId="260"/>
            <ac:spMk id="15" creationId="{80421BC7-2958-8A7E-A622-00A3F4CF29DD}"/>
          </ac:spMkLst>
        </pc:spChg>
        <pc:grpChg chg="add mod">
          <ac:chgData name="Chandrashekhar, Satty" userId="efd3f64b-4986-44c3-8fe6-502f8bf960c6" providerId="ADAL" clId="{5C46F054-3B8E-4743-88A8-964469F22D6C}" dt="2026-02-14T19:32:05.188" v="317"/>
          <ac:grpSpMkLst>
            <pc:docMk/>
            <pc:sldMk cId="0" sldId="260"/>
            <ac:grpSpMk id="16" creationId="{9F3B7BBA-389B-4314-764D-CD6FEF0FE43B}"/>
          </ac:grpSpMkLst>
        </pc:grpChg>
        <pc:grpChg chg="add mod">
          <ac:chgData name="Chandrashekhar, Satty" userId="efd3f64b-4986-44c3-8fe6-502f8bf960c6" providerId="ADAL" clId="{5C46F054-3B8E-4743-88A8-964469F22D6C}" dt="2026-02-14T19:32:05.188" v="319"/>
          <ac:grpSpMkLst>
            <pc:docMk/>
            <pc:sldMk cId="0" sldId="260"/>
            <ac:grpSpMk id="17" creationId="{82EB0E44-507B-0124-41D2-4896D039FFA5}"/>
          </ac:grpSpMkLst>
        </pc:grpChg>
        <pc:cxnChg chg="add mod ord">
          <ac:chgData name="Chandrashekhar, Satty" userId="efd3f64b-4986-44c3-8fe6-502f8bf960c6" providerId="ADAL" clId="{5C46F054-3B8E-4743-88A8-964469F22D6C}" dt="2026-02-14T19:32:05.188" v="316"/>
          <ac:cxnSpMkLst>
            <pc:docMk/>
            <pc:sldMk cId="0" sldId="260"/>
            <ac:cxnSpMk id="8" creationId="{4F9D459A-1EBE-3D8D-3F0A-AF31EEA3313F}"/>
          </ac:cxnSpMkLst>
        </pc:cxnChg>
        <pc:cxnChg chg="add mod ord">
          <ac:chgData name="Chandrashekhar, Satty" userId="efd3f64b-4986-44c3-8fe6-502f8bf960c6" providerId="ADAL" clId="{5C46F054-3B8E-4743-88A8-964469F22D6C}" dt="2026-02-14T19:32:05.188" v="318"/>
          <ac:cxnSpMkLst>
            <pc:docMk/>
            <pc:sldMk cId="0" sldId="260"/>
            <ac:cxnSpMk id="9" creationId="{3BC0718E-D436-0980-1F59-075243577EF1}"/>
          </ac:cxnSpMkLst>
        </pc:cxnChg>
        <pc:cxnChg chg="add mod ord">
          <ac:chgData name="Chandrashekhar, Satty" userId="efd3f64b-4986-44c3-8fe6-502f8bf960c6" providerId="ADAL" clId="{5C46F054-3B8E-4743-88A8-964469F22D6C}" dt="2026-02-14T19:32:05.188" v="316"/>
          <ac:cxnSpMkLst>
            <pc:docMk/>
            <pc:sldMk cId="0" sldId="260"/>
            <ac:cxnSpMk id="10" creationId="{A0318EFB-2F42-BC5C-FFDF-5896324CAEE9}"/>
          </ac:cxnSpMkLst>
        </pc:cxnChg>
        <pc:cxnChg chg="add mod ord">
          <ac:chgData name="Chandrashekhar, Satty" userId="efd3f64b-4986-44c3-8fe6-502f8bf960c6" providerId="ADAL" clId="{5C46F054-3B8E-4743-88A8-964469F22D6C}" dt="2026-02-14T19:32:05.188" v="318"/>
          <ac:cxnSpMkLst>
            <pc:docMk/>
            <pc:sldMk cId="0" sldId="260"/>
            <ac:cxnSpMk id="11" creationId="{25AE1D74-BD5D-3A96-DD2A-2B9EA1B11CA4}"/>
          </ac:cxnSpMkLst>
        </pc:cxnChg>
      </pc:sldChg>
      <pc:sldChg chg="addSp modSp mod">
        <pc:chgData name="Chandrashekhar, Satty" userId="efd3f64b-4986-44c3-8fe6-502f8bf960c6" providerId="ADAL" clId="{5C46F054-3B8E-4743-88A8-964469F22D6C}" dt="2026-02-14T19:32:05.219" v="383"/>
        <pc:sldMkLst>
          <pc:docMk/>
          <pc:sldMk cId="0" sldId="261"/>
        </pc:sldMkLst>
        <pc:spChg chg="add mod">
          <ac:chgData name="Chandrashekhar, Satty" userId="efd3f64b-4986-44c3-8fe6-502f8bf960c6" providerId="ADAL" clId="{5C46F054-3B8E-4743-88A8-964469F22D6C}" dt="2026-02-14T19:32:05.219" v="380"/>
          <ac:spMkLst>
            <pc:docMk/>
            <pc:sldMk cId="0" sldId="261"/>
            <ac:spMk id="20" creationId="{D90FC41E-A9A2-0502-452A-A4AD2D401B63}"/>
          </ac:spMkLst>
        </pc:spChg>
        <pc:spChg chg="add mod">
          <ac:chgData name="Chandrashekhar, Satty" userId="efd3f64b-4986-44c3-8fe6-502f8bf960c6" providerId="ADAL" clId="{5C46F054-3B8E-4743-88A8-964469F22D6C}" dt="2026-02-14T19:32:05.219" v="382"/>
          <ac:spMkLst>
            <pc:docMk/>
            <pc:sldMk cId="0" sldId="261"/>
            <ac:spMk id="21" creationId="{5DED8271-1DBE-1E9D-54D7-DD03833CEE8C}"/>
          </ac:spMkLst>
        </pc:spChg>
        <pc:spChg chg="add mod">
          <ac:chgData name="Chandrashekhar, Satty" userId="efd3f64b-4986-44c3-8fe6-502f8bf960c6" providerId="ADAL" clId="{5C46F054-3B8E-4743-88A8-964469F22D6C}" dt="2026-02-14T19:32:05.219" v="380"/>
          <ac:spMkLst>
            <pc:docMk/>
            <pc:sldMk cId="0" sldId="261"/>
            <ac:spMk id="22" creationId="{A465E1F3-E56A-53D2-1E65-E84B5D2C27EE}"/>
          </ac:spMkLst>
        </pc:spChg>
        <pc:spChg chg="add mod">
          <ac:chgData name="Chandrashekhar, Satty" userId="efd3f64b-4986-44c3-8fe6-502f8bf960c6" providerId="ADAL" clId="{5C46F054-3B8E-4743-88A8-964469F22D6C}" dt="2026-02-14T19:32:05.219" v="382"/>
          <ac:spMkLst>
            <pc:docMk/>
            <pc:sldMk cId="0" sldId="261"/>
            <ac:spMk id="23" creationId="{A3DCECC9-B692-4195-BFAB-8A0A6C93020C}"/>
          </ac:spMkLst>
        </pc:spChg>
        <pc:grpChg chg="add mod">
          <ac:chgData name="Chandrashekhar, Satty" userId="efd3f64b-4986-44c3-8fe6-502f8bf960c6" providerId="ADAL" clId="{5C46F054-3B8E-4743-88A8-964469F22D6C}" dt="2026-02-14T19:32:05.219" v="381"/>
          <ac:grpSpMkLst>
            <pc:docMk/>
            <pc:sldMk cId="0" sldId="261"/>
            <ac:grpSpMk id="24" creationId="{45313419-58C9-78D4-0C68-3173B8161928}"/>
          </ac:grpSpMkLst>
        </pc:grpChg>
        <pc:grpChg chg="add mod">
          <ac:chgData name="Chandrashekhar, Satty" userId="efd3f64b-4986-44c3-8fe6-502f8bf960c6" providerId="ADAL" clId="{5C46F054-3B8E-4743-88A8-964469F22D6C}" dt="2026-02-14T19:32:05.219" v="383"/>
          <ac:grpSpMkLst>
            <pc:docMk/>
            <pc:sldMk cId="0" sldId="261"/>
            <ac:grpSpMk id="25" creationId="{BDF13D5C-4E07-A16F-C9CE-90D7D2230B7C}"/>
          </ac:grpSpMkLst>
        </pc:grpChg>
        <pc:cxnChg chg="add mod ord">
          <ac:chgData name="Chandrashekhar, Satty" userId="efd3f64b-4986-44c3-8fe6-502f8bf960c6" providerId="ADAL" clId="{5C46F054-3B8E-4743-88A8-964469F22D6C}" dt="2026-02-14T19:32:05.219" v="380"/>
          <ac:cxnSpMkLst>
            <pc:docMk/>
            <pc:sldMk cId="0" sldId="261"/>
            <ac:cxnSpMk id="16" creationId="{AB1D9332-9B65-6729-C240-3ABD16EB26BE}"/>
          </ac:cxnSpMkLst>
        </pc:cxnChg>
        <pc:cxnChg chg="add mod ord">
          <ac:chgData name="Chandrashekhar, Satty" userId="efd3f64b-4986-44c3-8fe6-502f8bf960c6" providerId="ADAL" clId="{5C46F054-3B8E-4743-88A8-964469F22D6C}" dt="2026-02-14T19:32:05.219" v="382"/>
          <ac:cxnSpMkLst>
            <pc:docMk/>
            <pc:sldMk cId="0" sldId="261"/>
            <ac:cxnSpMk id="17" creationId="{2A4765E6-FB42-1C2E-7530-0632073D97C8}"/>
          </ac:cxnSpMkLst>
        </pc:cxnChg>
        <pc:cxnChg chg="add mod ord">
          <ac:chgData name="Chandrashekhar, Satty" userId="efd3f64b-4986-44c3-8fe6-502f8bf960c6" providerId="ADAL" clId="{5C46F054-3B8E-4743-88A8-964469F22D6C}" dt="2026-02-14T19:32:05.219" v="380"/>
          <ac:cxnSpMkLst>
            <pc:docMk/>
            <pc:sldMk cId="0" sldId="261"/>
            <ac:cxnSpMk id="18" creationId="{A6822D60-F6F8-0182-EF1D-593ABB5F2AB2}"/>
          </ac:cxnSpMkLst>
        </pc:cxnChg>
        <pc:cxnChg chg="add mod ord">
          <ac:chgData name="Chandrashekhar, Satty" userId="efd3f64b-4986-44c3-8fe6-502f8bf960c6" providerId="ADAL" clId="{5C46F054-3B8E-4743-88A8-964469F22D6C}" dt="2026-02-14T19:32:05.219" v="382"/>
          <ac:cxnSpMkLst>
            <pc:docMk/>
            <pc:sldMk cId="0" sldId="261"/>
            <ac:cxnSpMk id="19" creationId="{1EA03A3A-3FEE-5DF3-7411-DD6D4C419092}"/>
          </ac:cxnSpMkLst>
        </pc:cxnChg>
      </pc:sldChg>
      <pc:sldChg chg="addSp modSp mod">
        <pc:chgData name="Chandrashekhar, Satty" userId="efd3f64b-4986-44c3-8fe6-502f8bf960c6" providerId="ADAL" clId="{5C46F054-3B8E-4743-88A8-964469F22D6C}" dt="2026-02-14T19:32:05.235" v="447"/>
        <pc:sldMkLst>
          <pc:docMk/>
          <pc:sldMk cId="0" sldId="262"/>
        </pc:sldMkLst>
        <pc:spChg chg="add mod">
          <ac:chgData name="Chandrashekhar, Satty" userId="efd3f64b-4986-44c3-8fe6-502f8bf960c6" providerId="ADAL" clId="{5C46F054-3B8E-4743-88A8-964469F22D6C}" dt="2026-02-14T19:32:05.235" v="444"/>
          <ac:spMkLst>
            <pc:docMk/>
            <pc:sldMk cId="0" sldId="262"/>
            <ac:spMk id="12" creationId="{59AD7BDC-B8ED-0B66-154D-3050E7403E65}"/>
          </ac:spMkLst>
        </pc:spChg>
        <pc:spChg chg="add mod">
          <ac:chgData name="Chandrashekhar, Satty" userId="efd3f64b-4986-44c3-8fe6-502f8bf960c6" providerId="ADAL" clId="{5C46F054-3B8E-4743-88A8-964469F22D6C}" dt="2026-02-14T19:32:05.235" v="446"/>
          <ac:spMkLst>
            <pc:docMk/>
            <pc:sldMk cId="0" sldId="262"/>
            <ac:spMk id="13" creationId="{7E6BDD67-5784-252C-2068-D9666686D042}"/>
          </ac:spMkLst>
        </pc:spChg>
        <pc:spChg chg="add mod">
          <ac:chgData name="Chandrashekhar, Satty" userId="efd3f64b-4986-44c3-8fe6-502f8bf960c6" providerId="ADAL" clId="{5C46F054-3B8E-4743-88A8-964469F22D6C}" dt="2026-02-14T19:32:05.235" v="444"/>
          <ac:spMkLst>
            <pc:docMk/>
            <pc:sldMk cId="0" sldId="262"/>
            <ac:spMk id="14" creationId="{CE162529-E3FE-CF58-FD66-6292FC3CD4E9}"/>
          </ac:spMkLst>
        </pc:spChg>
        <pc:spChg chg="add mod">
          <ac:chgData name="Chandrashekhar, Satty" userId="efd3f64b-4986-44c3-8fe6-502f8bf960c6" providerId="ADAL" clId="{5C46F054-3B8E-4743-88A8-964469F22D6C}" dt="2026-02-14T19:32:05.235" v="446"/>
          <ac:spMkLst>
            <pc:docMk/>
            <pc:sldMk cId="0" sldId="262"/>
            <ac:spMk id="15" creationId="{6E666F30-721C-DB13-DB07-13519F4EEEE5}"/>
          </ac:spMkLst>
        </pc:spChg>
        <pc:grpChg chg="add mod">
          <ac:chgData name="Chandrashekhar, Satty" userId="efd3f64b-4986-44c3-8fe6-502f8bf960c6" providerId="ADAL" clId="{5C46F054-3B8E-4743-88A8-964469F22D6C}" dt="2026-02-14T19:32:05.235" v="445"/>
          <ac:grpSpMkLst>
            <pc:docMk/>
            <pc:sldMk cId="0" sldId="262"/>
            <ac:grpSpMk id="16" creationId="{E9843AEF-8095-32D4-3FE4-A55039ACB02B}"/>
          </ac:grpSpMkLst>
        </pc:grpChg>
        <pc:grpChg chg="add mod">
          <ac:chgData name="Chandrashekhar, Satty" userId="efd3f64b-4986-44c3-8fe6-502f8bf960c6" providerId="ADAL" clId="{5C46F054-3B8E-4743-88A8-964469F22D6C}" dt="2026-02-14T19:32:05.235" v="447"/>
          <ac:grpSpMkLst>
            <pc:docMk/>
            <pc:sldMk cId="0" sldId="262"/>
            <ac:grpSpMk id="17" creationId="{A7DDD269-61C3-E419-5B9C-51C337865398}"/>
          </ac:grpSpMkLst>
        </pc:grpChg>
        <pc:cxnChg chg="add mod ord">
          <ac:chgData name="Chandrashekhar, Satty" userId="efd3f64b-4986-44c3-8fe6-502f8bf960c6" providerId="ADAL" clId="{5C46F054-3B8E-4743-88A8-964469F22D6C}" dt="2026-02-14T19:32:05.235" v="444"/>
          <ac:cxnSpMkLst>
            <pc:docMk/>
            <pc:sldMk cId="0" sldId="262"/>
            <ac:cxnSpMk id="8" creationId="{E5816DDE-E039-4F0A-FC3E-296790DA8A91}"/>
          </ac:cxnSpMkLst>
        </pc:cxnChg>
        <pc:cxnChg chg="add mod ord">
          <ac:chgData name="Chandrashekhar, Satty" userId="efd3f64b-4986-44c3-8fe6-502f8bf960c6" providerId="ADAL" clId="{5C46F054-3B8E-4743-88A8-964469F22D6C}" dt="2026-02-14T19:32:05.235" v="446"/>
          <ac:cxnSpMkLst>
            <pc:docMk/>
            <pc:sldMk cId="0" sldId="262"/>
            <ac:cxnSpMk id="9" creationId="{A2ECAB50-0E1E-E1C6-22AB-5B564A36D89C}"/>
          </ac:cxnSpMkLst>
        </pc:cxnChg>
        <pc:cxnChg chg="add mod ord">
          <ac:chgData name="Chandrashekhar, Satty" userId="efd3f64b-4986-44c3-8fe6-502f8bf960c6" providerId="ADAL" clId="{5C46F054-3B8E-4743-88A8-964469F22D6C}" dt="2026-02-14T19:32:05.235" v="444"/>
          <ac:cxnSpMkLst>
            <pc:docMk/>
            <pc:sldMk cId="0" sldId="262"/>
            <ac:cxnSpMk id="10" creationId="{30155086-1937-FB95-D10B-6DA9B22985AC}"/>
          </ac:cxnSpMkLst>
        </pc:cxnChg>
        <pc:cxnChg chg="add mod ord">
          <ac:chgData name="Chandrashekhar, Satty" userId="efd3f64b-4986-44c3-8fe6-502f8bf960c6" providerId="ADAL" clId="{5C46F054-3B8E-4743-88A8-964469F22D6C}" dt="2026-02-14T19:32:05.235" v="446"/>
          <ac:cxnSpMkLst>
            <pc:docMk/>
            <pc:sldMk cId="0" sldId="262"/>
            <ac:cxnSpMk id="11" creationId="{8EE1AA3F-E95C-6ED7-EF73-F0D079774A52}"/>
          </ac:cxnSpMkLst>
        </pc:cxnChg>
      </pc:sldChg>
      <pc:sldChg chg="addSp modSp mod">
        <pc:chgData name="Chandrashekhar, Satty" userId="efd3f64b-4986-44c3-8fe6-502f8bf960c6" providerId="ADAL" clId="{5C46F054-3B8E-4743-88A8-964469F22D6C}" dt="2026-02-14T19:32:05.272" v="511"/>
        <pc:sldMkLst>
          <pc:docMk/>
          <pc:sldMk cId="0" sldId="263"/>
        </pc:sldMkLst>
        <pc:spChg chg="add mod">
          <ac:chgData name="Chandrashekhar, Satty" userId="efd3f64b-4986-44c3-8fe6-502f8bf960c6" providerId="ADAL" clId="{5C46F054-3B8E-4743-88A8-964469F22D6C}" dt="2026-02-14T19:32:05.271" v="508"/>
          <ac:spMkLst>
            <pc:docMk/>
            <pc:sldMk cId="0" sldId="263"/>
            <ac:spMk id="12" creationId="{D88009E9-062D-1928-0F36-DB76ECE5C16F}"/>
          </ac:spMkLst>
        </pc:spChg>
        <pc:spChg chg="add mod">
          <ac:chgData name="Chandrashekhar, Satty" userId="efd3f64b-4986-44c3-8fe6-502f8bf960c6" providerId="ADAL" clId="{5C46F054-3B8E-4743-88A8-964469F22D6C}" dt="2026-02-14T19:32:05.272" v="510"/>
          <ac:spMkLst>
            <pc:docMk/>
            <pc:sldMk cId="0" sldId="263"/>
            <ac:spMk id="13" creationId="{9E26EA67-ADD7-1949-8DB2-06F7B21F8A71}"/>
          </ac:spMkLst>
        </pc:spChg>
        <pc:spChg chg="add mod">
          <ac:chgData name="Chandrashekhar, Satty" userId="efd3f64b-4986-44c3-8fe6-502f8bf960c6" providerId="ADAL" clId="{5C46F054-3B8E-4743-88A8-964469F22D6C}" dt="2026-02-14T19:32:05.271" v="508"/>
          <ac:spMkLst>
            <pc:docMk/>
            <pc:sldMk cId="0" sldId="263"/>
            <ac:spMk id="14" creationId="{CD0EFFF1-634E-E914-0157-EE225A10225F}"/>
          </ac:spMkLst>
        </pc:spChg>
        <pc:spChg chg="add mod">
          <ac:chgData name="Chandrashekhar, Satty" userId="efd3f64b-4986-44c3-8fe6-502f8bf960c6" providerId="ADAL" clId="{5C46F054-3B8E-4743-88A8-964469F22D6C}" dt="2026-02-14T19:32:05.272" v="510"/>
          <ac:spMkLst>
            <pc:docMk/>
            <pc:sldMk cId="0" sldId="263"/>
            <ac:spMk id="15" creationId="{C4BD14F9-9AC2-1BE5-E626-4DF76E18F0C1}"/>
          </ac:spMkLst>
        </pc:spChg>
        <pc:grpChg chg="add mod">
          <ac:chgData name="Chandrashekhar, Satty" userId="efd3f64b-4986-44c3-8fe6-502f8bf960c6" providerId="ADAL" clId="{5C46F054-3B8E-4743-88A8-964469F22D6C}" dt="2026-02-14T19:32:05.271" v="509"/>
          <ac:grpSpMkLst>
            <pc:docMk/>
            <pc:sldMk cId="0" sldId="263"/>
            <ac:grpSpMk id="16" creationId="{E1EB5EEF-F928-96AD-6742-E99646BA53B0}"/>
          </ac:grpSpMkLst>
        </pc:grpChg>
        <pc:grpChg chg="add mod">
          <ac:chgData name="Chandrashekhar, Satty" userId="efd3f64b-4986-44c3-8fe6-502f8bf960c6" providerId="ADAL" clId="{5C46F054-3B8E-4743-88A8-964469F22D6C}" dt="2026-02-14T19:32:05.272" v="511"/>
          <ac:grpSpMkLst>
            <pc:docMk/>
            <pc:sldMk cId="0" sldId="263"/>
            <ac:grpSpMk id="17" creationId="{42683D8A-A3A4-A8F0-22E1-05859688090E}"/>
          </ac:grpSpMkLst>
        </pc:grpChg>
        <pc:cxnChg chg="add mod ord">
          <ac:chgData name="Chandrashekhar, Satty" userId="efd3f64b-4986-44c3-8fe6-502f8bf960c6" providerId="ADAL" clId="{5C46F054-3B8E-4743-88A8-964469F22D6C}" dt="2026-02-14T19:32:05.271" v="508"/>
          <ac:cxnSpMkLst>
            <pc:docMk/>
            <pc:sldMk cId="0" sldId="263"/>
            <ac:cxnSpMk id="8" creationId="{3E201669-0B50-4E3E-D272-92E5DBFBF6FD}"/>
          </ac:cxnSpMkLst>
        </pc:cxnChg>
        <pc:cxnChg chg="add mod ord">
          <ac:chgData name="Chandrashekhar, Satty" userId="efd3f64b-4986-44c3-8fe6-502f8bf960c6" providerId="ADAL" clId="{5C46F054-3B8E-4743-88A8-964469F22D6C}" dt="2026-02-14T19:32:05.272" v="510"/>
          <ac:cxnSpMkLst>
            <pc:docMk/>
            <pc:sldMk cId="0" sldId="263"/>
            <ac:cxnSpMk id="9" creationId="{06F81F0B-C5D2-A443-F0D4-CFF71B450E1C}"/>
          </ac:cxnSpMkLst>
        </pc:cxnChg>
        <pc:cxnChg chg="add mod ord">
          <ac:chgData name="Chandrashekhar, Satty" userId="efd3f64b-4986-44c3-8fe6-502f8bf960c6" providerId="ADAL" clId="{5C46F054-3B8E-4743-88A8-964469F22D6C}" dt="2026-02-14T19:32:05.271" v="508"/>
          <ac:cxnSpMkLst>
            <pc:docMk/>
            <pc:sldMk cId="0" sldId="263"/>
            <ac:cxnSpMk id="10" creationId="{E382D95C-AA8D-E4B6-457A-FA53BCDBC117}"/>
          </ac:cxnSpMkLst>
        </pc:cxnChg>
        <pc:cxnChg chg="add mod ord">
          <ac:chgData name="Chandrashekhar, Satty" userId="efd3f64b-4986-44c3-8fe6-502f8bf960c6" providerId="ADAL" clId="{5C46F054-3B8E-4743-88A8-964469F22D6C}" dt="2026-02-14T19:32:05.272" v="510"/>
          <ac:cxnSpMkLst>
            <pc:docMk/>
            <pc:sldMk cId="0" sldId="263"/>
            <ac:cxnSpMk id="11" creationId="{69050E35-3FD2-159A-1DF9-2658AA93F4CF}"/>
          </ac:cxnSpMkLst>
        </pc:cxnChg>
      </pc:sldChg>
      <pc:sldChg chg="addSp modSp mod">
        <pc:chgData name="Chandrashekhar, Satty" userId="efd3f64b-4986-44c3-8fe6-502f8bf960c6" providerId="ADAL" clId="{5C46F054-3B8E-4743-88A8-964469F22D6C}" dt="2026-02-14T19:32:05.295" v="575"/>
        <pc:sldMkLst>
          <pc:docMk/>
          <pc:sldMk cId="0" sldId="264"/>
        </pc:sldMkLst>
        <pc:spChg chg="add mod">
          <ac:chgData name="Chandrashekhar, Satty" userId="efd3f64b-4986-44c3-8fe6-502f8bf960c6" providerId="ADAL" clId="{5C46F054-3B8E-4743-88A8-964469F22D6C}" dt="2026-02-14T19:32:05.295" v="572"/>
          <ac:spMkLst>
            <pc:docMk/>
            <pc:sldMk cId="0" sldId="264"/>
            <ac:spMk id="12" creationId="{340536F8-6642-D238-A318-B67D8986AF6B}"/>
          </ac:spMkLst>
        </pc:spChg>
        <pc:spChg chg="add mod">
          <ac:chgData name="Chandrashekhar, Satty" userId="efd3f64b-4986-44c3-8fe6-502f8bf960c6" providerId="ADAL" clId="{5C46F054-3B8E-4743-88A8-964469F22D6C}" dt="2026-02-14T19:32:05.295" v="574"/>
          <ac:spMkLst>
            <pc:docMk/>
            <pc:sldMk cId="0" sldId="264"/>
            <ac:spMk id="13" creationId="{183AE518-9D3E-B642-E8E0-ED01EE180FA3}"/>
          </ac:spMkLst>
        </pc:spChg>
        <pc:spChg chg="add mod">
          <ac:chgData name="Chandrashekhar, Satty" userId="efd3f64b-4986-44c3-8fe6-502f8bf960c6" providerId="ADAL" clId="{5C46F054-3B8E-4743-88A8-964469F22D6C}" dt="2026-02-14T19:32:05.295" v="572"/>
          <ac:spMkLst>
            <pc:docMk/>
            <pc:sldMk cId="0" sldId="264"/>
            <ac:spMk id="14" creationId="{B1DC09E8-9AAB-C280-453A-8D41C8A6167C}"/>
          </ac:spMkLst>
        </pc:spChg>
        <pc:spChg chg="add mod">
          <ac:chgData name="Chandrashekhar, Satty" userId="efd3f64b-4986-44c3-8fe6-502f8bf960c6" providerId="ADAL" clId="{5C46F054-3B8E-4743-88A8-964469F22D6C}" dt="2026-02-14T19:32:05.295" v="574"/>
          <ac:spMkLst>
            <pc:docMk/>
            <pc:sldMk cId="0" sldId="264"/>
            <ac:spMk id="15" creationId="{9585E3E4-E52E-6E07-80F0-256ADE820DF2}"/>
          </ac:spMkLst>
        </pc:spChg>
        <pc:grpChg chg="add mod">
          <ac:chgData name="Chandrashekhar, Satty" userId="efd3f64b-4986-44c3-8fe6-502f8bf960c6" providerId="ADAL" clId="{5C46F054-3B8E-4743-88A8-964469F22D6C}" dt="2026-02-14T19:32:05.295" v="573"/>
          <ac:grpSpMkLst>
            <pc:docMk/>
            <pc:sldMk cId="0" sldId="264"/>
            <ac:grpSpMk id="16" creationId="{309144F7-EBBB-6512-D424-C992605441F0}"/>
          </ac:grpSpMkLst>
        </pc:grpChg>
        <pc:grpChg chg="add mod">
          <ac:chgData name="Chandrashekhar, Satty" userId="efd3f64b-4986-44c3-8fe6-502f8bf960c6" providerId="ADAL" clId="{5C46F054-3B8E-4743-88A8-964469F22D6C}" dt="2026-02-14T19:32:05.295" v="575"/>
          <ac:grpSpMkLst>
            <pc:docMk/>
            <pc:sldMk cId="0" sldId="264"/>
            <ac:grpSpMk id="17" creationId="{E008BBD9-EA04-77A3-F350-99259463FAE9}"/>
          </ac:grpSpMkLst>
        </pc:grpChg>
        <pc:cxnChg chg="add mod ord">
          <ac:chgData name="Chandrashekhar, Satty" userId="efd3f64b-4986-44c3-8fe6-502f8bf960c6" providerId="ADAL" clId="{5C46F054-3B8E-4743-88A8-964469F22D6C}" dt="2026-02-14T19:32:05.295" v="572"/>
          <ac:cxnSpMkLst>
            <pc:docMk/>
            <pc:sldMk cId="0" sldId="264"/>
            <ac:cxnSpMk id="8" creationId="{65B4E526-1FF5-A453-2561-1DB2B1D33B63}"/>
          </ac:cxnSpMkLst>
        </pc:cxnChg>
        <pc:cxnChg chg="add mod ord">
          <ac:chgData name="Chandrashekhar, Satty" userId="efd3f64b-4986-44c3-8fe6-502f8bf960c6" providerId="ADAL" clId="{5C46F054-3B8E-4743-88A8-964469F22D6C}" dt="2026-02-14T19:32:05.295" v="574"/>
          <ac:cxnSpMkLst>
            <pc:docMk/>
            <pc:sldMk cId="0" sldId="264"/>
            <ac:cxnSpMk id="9" creationId="{E1976B9A-AAF3-BEF7-62DF-D12D61CF0323}"/>
          </ac:cxnSpMkLst>
        </pc:cxnChg>
        <pc:cxnChg chg="add mod ord">
          <ac:chgData name="Chandrashekhar, Satty" userId="efd3f64b-4986-44c3-8fe6-502f8bf960c6" providerId="ADAL" clId="{5C46F054-3B8E-4743-88A8-964469F22D6C}" dt="2026-02-14T19:32:05.295" v="572"/>
          <ac:cxnSpMkLst>
            <pc:docMk/>
            <pc:sldMk cId="0" sldId="264"/>
            <ac:cxnSpMk id="10" creationId="{D64B28EA-9E0A-30C6-123F-BBE770D9F19A}"/>
          </ac:cxnSpMkLst>
        </pc:cxnChg>
        <pc:cxnChg chg="add mod ord">
          <ac:chgData name="Chandrashekhar, Satty" userId="efd3f64b-4986-44c3-8fe6-502f8bf960c6" providerId="ADAL" clId="{5C46F054-3B8E-4743-88A8-964469F22D6C}" dt="2026-02-14T19:32:05.295" v="574"/>
          <ac:cxnSpMkLst>
            <pc:docMk/>
            <pc:sldMk cId="0" sldId="264"/>
            <ac:cxnSpMk id="11" creationId="{C24DADA7-074D-F05E-3CCD-FEF30B70281C}"/>
          </ac:cxnSpMkLst>
        </pc:cxnChg>
      </pc:sldChg>
      <pc:sldChg chg="addSp modSp mod">
        <pc:chgData name="Chandrashekhar, Satty" userId="efd3f64b-4986-44c3-8fe6-502f8bf960c6" providerId="ADAL" clId="{5C46F054-3B8E-4743-88A8-964469F22D6C}" dt="2026-02-14T19:32:05.311" v="639"/>
        <pc:sldMkLst>
          <pc:docMk/>
          <pc:sldMk cId="0" sldId="265"/>
        </pc:sldMkLst>
        <pc:spChg chg="add mod">
          <ac:chgData name="Chandrashekhar, Satty" userId="efd3f64b-4986-44c3-8fe6-502f8bf960c6" providerId="ADAL" clId="{5C46F054-3B8E-4743-88A8-964469F22D6C}" dt="2026-02-14T19:32:05.311" v="636"/>
          <ac:spMkLst>
            <pc:docMk/>
            <pc:sldMk cId="0" sldId="265"/>
            <ac:spMk id="12" creationId="{00F3BAD8-6679-6588-1EB1-5D87BE1801D3}"/>
          </ac:spMkLst>
        </pc:spChg>
        <pc:spChg chg="add mod">
          <ac:chgData name="Chandrashekhar, Satty" userId="efd3f64b-4986-44c3-8fe6-502f8bf960c6" providerId="ADAL" clId="{5C46F054-3B8E-4743-88A8-964469F22D6C}" dt="2026-02-14T19:32:05.311" v="638"/>
          <ac:spMkLst>
            <pc:docMk/>
            <pc:sldMk cId="0" sldId="265"/>
            <ac:spMk id="13" creationId="{C17ED896-99D8-0B3E-A862-03E5275ED925}"/>
          </ac:spMkLst>
        </pc:spChg>
        <pc:spChg chg="add mod">
          <ac:chgData name="Chandrashekhar, Satty" userId="efd3f64b-4986-44c3-8fe6-502f8bf960c6" providerId="ADAL" clId="{5C46F054-3B8E-4743-88A8-964469F22D6C}" dt="2026-02-14T19:32:05.311" v="636"/>
          <ac:spMkLst>
            <pc:docMk/>
            <pc:sldMk cId="0" sldId="265"/>
            <ac:spMk id="14" creationId="{CE3129A2-41A0-84D7-9F89-86AD3F655E63}"/>
          </ac:spMkLst>
        </pc:spChg>
        <pc:spChg chg="add mod">
          <ac:chgData name="Chandrashekhar, Satty" userId="efd3f64b-4986-44c3-8fe6-502f8bf960c6" providerId="ADAL" clId="{5C46F054-3B8E-4743-88A8-964469F22D6C}" dt="2026-02-14T19:32:05.311" v="638"/>
          <ac:spMkLst>
            <pc:docMk/>
            <pc:sldMk cId="0" sldId="265"/>
            <ac:spMk id="15" creationId="{C8483020-EAD8-C922-9A63-75D4CC555E63}"/>
          </ac:spMkLst>
        </pc:spChg>
        <pc:grpChg chg="add mod">
          <ac:chgData name="Chandrashekhar, Satty" userId="efd3f64b-4986-44c3-8fe6-502f8bf960c6" providerId="ADAL" clId="{5C46F054-3B8E-4743-88A8-964469F22D6C}" dt="2026-02-14T19:32:05.311" v="637"/>
          <ac:grpSpMkLst>
            <pc:docMk/>
            <pc:sldMk cId="0" sldId="265"/>
            <ac:grpSpMk id="16" creationId="{75D9132A-6F1D-4A5D-577C-85133DAC9263}"/>
          </ac:grpSpMkLst>
        </pc:grpChg>
        <pc:grpChg chg="add mod">
          <ac:chgData name="Chandrashekhar, Satty" userId="efd3f64b-4986-44c3-8fe6-502f8bf960c6" providerId="ADAL" clId="{5C46F054-3B8E-4743-88A8-964469F22D6C}" dt="2026-02-14T19:32:05.311" v="639"/>
          <ac:grpSpMkLst>
            <pc:docMk/>
            <pc:sldMk cId="0" sldId="265"/>
            <ac:grpSpMk id="17" creationId="{B92072B4-7542-9886-2888-4CDF6561483E}"/>
          </ac:grpSpMkLst>
        </pc:grpChg>
        <pc:cxnChg chg="add mod ord">
          <ac:chgData name="Chandrashekhar, Satty" userId="efd3f64b-4986-44c3-8fe6-502f8bf960c6" providerId="ADAL" clId="{5C46F054-3B8E-4743-88A8-964469F22D6C}" dt="2026-02-14T19:32:05.311" v="636"/>
          <ac:cxnSpMkLst>
            <pc:docMk/>
            <pc:sldMk cId="0" sldId="265"/>
            <ac:cxnSpMk id="8" creationId="{F6C928AA-DEB5-B75F-2E26-CCC150AA7323}"/>
          </ac:cxnSpMkLst>
        </pc:cxnChg>
        <pc:cxnChg chg="add mod ord">
          <ac:chgData name="Chandrashekhar, Satty" userId="efd3f64b-4986-44c3-8fe6-502f8bf960c6" providerId="ADAL" clId="{5C46F054-3B8E-4743-88A8-964469F22D6C}" dt="2026-02-14T19:32:05.311" v="638"/>
          <ac:cxnSpMkLst>
            <pc:docMk/>
            <pc:sldMk cId="0" sldId="265"/>
            <ac:cxnSpMk id="9" creationId="{26E3E913-7B02-6995-73CB-D33F36F411B1}"/>
          </ac:cxnSpMkLst>
        </pc:cxnChg>
        <pc:cxnChg chg="add mod ord">
          <ac:chgData name="Chandrashekhar, Satty" userId="efd3f64b-4986-44c3-8fe6-502f8bf960c6" providerId="ADAL" clId="{5C46F054-3B8E-4743-88A8-964469F22D6C}" dt="2026-02-14T19:32:05.311" v="636"/>
          <ac:cxnSpMkLst>
            <pc:docMk/>
            <pc:sldMk cId="0" sldId="265"/>
            <ac:cxnSpMk id="10" creationId="{E6C28A2F-4761-75C0-6F3B-E786C81D5899}"/>
          </ac:cxnSpMkLst>
        </pc:cxnChg>
        <pc:cxnChg chg="add mod ord">
          <ac:chgData name="Chandrashekhar, Satty" userId="efd3f64b-4986-44c3-8fe6-502f8bf960c6" providerId="ADAL" clId="{5C46F054-3B8E-4743-88A8-964469F22D6C}" dt="2026-02-14T19:32:05.311" v="638"/>
          <ac:cxnSpMkLst>
            <pc:docMk/>
            <pc:sldMk cId="0" sldId="265"/>
            <ac:cxnSpMk id="11" creationId="{C21CD358-90D7-3FA9-4CDB-E1314DB10EE2}"/>
          </ac:cxnSpMkLst>
        </pc:cxnChg>
      </pc:sldChg>
      <pc:sldChg chg="addSp modSp mod">
        <pc:chgData name="Chandrashekhar, Satty" userId="efd3f64b-4986-44c3-8fe6-502f8bf960c6" providerId="ADAL" clId="{5C46F054-3B8E-4743-88A8-964469F22D6C}" dt="2026-02-14T19:32:05.343" v="703"/>
        <pc:sldMkLst>
          <pc:docMk/>
          <pc:sldMk cId="0" sldId="266"/>
        </pc:sldMkLst>
        <pc:spChg chg="add mod">
          <ac:chgData name="Chandrashekhar, Satty" userId="efd3f64b-4986-44c3-8fe6-502f8bf960c6" providerId="ADAL" clId="{5C46F054-3B8E-4743-88A8-964469F22D6C}" dt="2026-02-14T19:32:05.343" v="700"/>
          <ac:spMkLst>
            <pc:docMk/>
            <pc:sldMk cId="0" sldId="266"/>
            <ac:spMk id="12" creationId="{C082CBDE-22AB-DB40-74F9-AAE2E23D4A9F}"/>
          </ac:spMkLst>
        </pc:spChg>
        <pc:spChg chg="add mod">
          <ac:chgData name="Chandrashekhar, Satty" userId="efd3f64b-4986-44c3-8fe6-502f8bf960c6" providerId="ADAL" clId="{5C46F054-3B8E-4743-88A8-964469F22D6C}" dt="2026-02-14T19:32:05.343" v="702"/>
          <ac:spMkLst>
            <pc:docMk/>
            <pc:sldMk cId="0" sldId="266"/>
            <ac:spMk id="13" creationId="{B72A4283-695D-AA46-D918-00049BC4C4B8}"/>
          </ac:spMkLst>
        </pc:spChg>
        <pc:spChg chg="add mod">
          <ac:chgData name="Chandrashekhar, Satty" userId="efd3f64b-4986-44c3-8fe6-502f8bf960c6" providerId="ADAL" clId="{5C46F054-3B8E-4743-88A8-964469F22D6C}" dt="2026-02-14T19:32:05.343" v="700"/>
          <ac:spMkLst>
            <pc:docMk/>
            <pc:sldMk cId="0" sldId="266"/>
            <ac:spMk id="14" creationId="{27CA4F0E-E87F-BAC8-1877-3CFA7070E0CA}"/>
          </ac:spMkLst>
        </pc:spChg>
        <pc:spChg chg="add mod">
          <ac:chgData name="Chandrashekhar, Satty" userId="efd3f64b-4986-44c3-8fe6-502f8bf960c6" providerId="ADAL" clId="{5C46F054-3B8E-4743-88A8-964469F22D6C}" dt="2026-02-14T19:32:05.343" v="702"/>
          <ac:spMkLst>
            <pc:docMk/>
            <pc:sldMk cId="0" sldId="266"/>
            <ac:spMk id="15" creationId="{EFF415F9-0EDC-6E9E-FB65-D1F22BEE6835}"/>
          </ac:spMkLst>
        </pc:spChg>
        <pc:grpChg chg="add mod">
          <ac:chgData name="Chandrashekhar, Satty" userId="efd3f64b-4986-44c3-8fe6-502f8bf960c6" providerId="ADAL" clId="{5C46F054-3B8E-4743-88A8-964469F22D6C}" dt="2026-02-14T19:32:05.343" v="701"/>
          <ac:grpSpMkLst>
            <pc:docMk/>
            <pc:sldMk cId="0" sldId="266"/>
            <ac:grpSpMk id="16" creationId="{31B2EDE4-0E2C-F27D-746F-E6D08DBFB7AB}"/>
          </ac:grpSpMkLst>
        </pc:grpChg>
        <pc:grpChg chg="add mod">
          <ac:chgData name="Chandrashekhar, Satty" userId="efd3f64b-4986-44c3-8fe6-502f8bf960c6" providerId="ADAL" clId="{5C46F054-3B8E-4743-88A8-964469F22D6C}" dt="2026-02-14T19:32:05.343" v="703"/>
          <ac:grpSpMkLst>
            <pc:docMk/>
            <pc:sldMk cId="0" sldId="266"/>
            <ac:grpSpMk id="17" creationId="{0D4390AC-45A8-DB14-B78B-D384E72C7976}"/>
          </ac:grpSpMkLst>
        </pc:grpChg>
        <pc:cxnChg chg="add mod ord">
          <ac:chgData name="Chandrashekhar, Satty" userId="efd3f64b-4986-44c3-8fe6-502f8bf960c6" providerId="ADAL" clId="{5C46F054-3B8E-4743-88A8-964469F22D6C}" dt="2026-02-14T19:32:05.343" v="700"/>
          <ac:cxnSpMkLst>
            <pc:docMk/>
            <pc:sldMk cId="0" sldId="266"/>
            <ac:cxnSpMk id="8" creationId="{C949B9CC-940D-F7C8-6D65-B1F79A10DC3B}"/>
          </ac:cxnSpMkLst>
        </pc:cxnChg>
        <pc:cxnChg chg="add mod ord">
          <ac:chgData name="Chandrashekhar, Satty" userId="efd3f64b-4986-44c3-8fe6-502f8bf960c6" providerId="ADAL" clId="{5C46F054-3B8E-4743-88A8-964469F22D6C}" dt="2026-02-14T19:32:05.343" v="702"/>
          <ac:cxnSpMkLst>
            <pc:docMk/>
            <pc:sldMk cId="0" sldId="266"/>
            <ac:cxnSpMk id="9" creationId="{FFE78970-EC81-E3B0-50DE-AD22B3F5D7F2}"/>
          </ac:cxnSpMkLst>
        </pc:cxnChg>
        <pc:cxnChg chg="add mod ord">
          <ac:chgData name="Chandrashekhar, Satty" userId="efd3f64b-4986-44c3-8fe6-502f8bf960c6" providerId="ADAL" clId="{5C46F054-3B8E-4743-88A8-964469F22D6C}" dt="2026-02-14T19:32:05.343" v="700"/>
          <ac:cxnSpMkLst>
            <pc:docMk/>
            <pc:sldMk cId="0" sldId="266"/>
            <ac:cxnSpMk id="10" creationId="{FD38B815-ECCF-F762-DB3E-9262DA92476A}"/>
          </ac:cxnSpMkLst>
        </pc:cxnChg>
        <pc:cxnChg chg="add mod ord">
          <ac:chgData name="Chandrashekhar, Satty" userId="efd3f64b-4986-44c3-8fe6-502f8bf960c6" providerId="ADAL" clId="{5C46F054-3B8E-4743-88A8-964469F22D6C}" dt="2026-02-14T19:32:05.343" v="702"/>
          <ac:cxnSpMkLst>
            <pc:docMk/>
            <pc:sldMk cId="0" sldId="266"/>
            <ac:cxnSpMk id="11" creationId="{5D5E22FE-C748-B7AC-045F-D5222CF1F734}"/>
          </ac:cxnSpMkLst>
        </pc:cxnChg>
      </pc:sldChg>
      <pc:sldChg chg="addSp modSp mod">
        <pc:chgData name="Chandrashekhar, Satty" userId="efd3f64b-4986-44c3-8fe6-502f8bf960c6" providerId="ADAL" clId="{5C46F054-3B8E-4743-88A8-964469F22D6C}" dt="2026-02-14T19:32:05.359" v="767"/>
        <pc:sldMkLst>
          <pc:docMk/>
          <pc:sldMk cId="0" sldId="267"/>
        </pc:sldMkLst>
        <pc:spChg chg="add mod">
          <ac:chgData name="Chandrashekhar, Satty" userId="efd3f64b-4986-44c3-8fe6-502f8bf960c6" providerId="ADAL" clId="{5C46F054-3B8E-4743-88A8-964469F22D6C}" dt="2026-02-14T19:32:05.359" v="764"/>
          <ac:spMkLst>
            <pc:docMk/>
            <pc:sldMk cId="0" sldId="267"/>
            <ac:spMk id="12" creationId="{D2D2650B-0682-2AC1-5627-8B99F10D1F5F}"/>
          </ac:spMkLst>
        </pc:spChg>
        <pc:spChg chg="add mod">
          <ac:chgData name="Chandrashekhar, Satty" userId="efd3f64b-4986-44c3-8fe6-502f8bf960c6" providerId="ADAL" clId="{5C46F054-3B8E-4743-88A8-964469F22D6C}" dt="2026-02-14T19:32:05.359" v="766"/>
          <ac:spMkLst>
            <pc:docMk/>
            <pc:sldMk cId="0" sldId="267"/>
            <ac:spMk id="13" creationId="{68F04E3F-8410-95E2-99AA-E9281935A4A1}"/>
          </ac:spMkLst>
        </pc:spChg>
        <pc:spChg chg="add mod">
          <ac:chgData name="Chandrashekhar, Satty" userId="efd3f64b-4986-44c3-8fe6-502f8bf960c6" providerId="ADAL" clId="{5C46F054-3B8E-4743-88A8-964469F22D6C}" dt="2026-02-14T19:32:05.359" v="764"/>
          <ac:spMkLst>
            <pc:docMk/>
            <pc:sldMk cId="0" sldId="267"/>
            <ac:spMk id="14" creationId="{6C6D1C9C-CC0A-C903-F25A-BDE74DA78A25}"/>
          </ac:spMkLst>
        </pc:spChg>
        <pc:spChg chg="add mod">
          <ac:chgData name="Chandrashekhar, Satty" userId="efd3f64b-4986-44c3-8fe6-502f8bf960c6" providerId="ADAL" clId="{5C46F054-3B8E-4743-88A8-964469F22D6C}" dt="2026-02-14T19:32:05.359" v="766"/>
          <ac:spMkLst>
            <pc:docMk/>
            <pc:sldMk cId="0" sldId="267"/>
            <ac:spMk id="15" creationId="{1CCB1B73-83FE-7793-06D9-DBD411F207C7}"/>
          </ac:spMkLst>
        </pc:spChg>
        <pc:grpChg chg="add mod">
          <ac:chgData name="Chandrashekhar, Satty" userId="efd3f64b-4986-44c3-8fe6-502f8bf960c6" providerId="ADAL" clId="{5C46F054-3B8E-4743-88A8-964469F22D6C}" dt="2026-02-14T19:32:05.359" v="765"/>
          <ac:grpSpMkLst>
            <pc:docMk/>
            <pc:sldMk cId="0" sldId="267"/>
            <ac:grpSpMk id="16" creationId="{44ACDC33-2F06-4F50-BE50-1C969287D223}"/>
          </ac:grpSpMkLst>
        </pc:grpChg>
        <pc:grpChg chg="add mod">
          <ac:chgData name="Chandrashekhar, Satty" userId="efd3f64b-4986-44c3-8fe6-502f8bf960c6" providerId="ADAL" clId="{5C46F054-3B8E-4743-88A8-964469F22D6C}" dt="2026-02-14T19:32:05.359" v="767"/>
          <ac:grpSpMkLst>
            <pc:docMk/>
            <pc:sldMk cId="0" sldId="267"/>
            <ac:grpSpMk id="17" creationId="{8854753B-8847-2C85-7CD6-9829D52AF029}"/>
          </ac:grpSpMkLst>
        </pc:grpChg>
        <pc:cxnChg chg="add mod ord">
          <ac:chgData name="Chandrashekhar, Satty" userId="efd3f64b-4986-44c3-8fe6-502f8bf960c6" providerId="ADAL" clId="{5C46F054-3B8E-4743-88A8-964469F22D6C}" dt="2026-02-14T19:32:05.359" v="764"/>
          <ac:cxnSpMkLst>
            <pc:docMk/>
            <pc:sldMk cId="0" sldId="267"/>
            <ac:cxnSpMk id="8" creationId="{208D35BF-3564-FEB7-BEBF-6258475705EE}"/>
          </ac:cxnSpMkLst>
        </pc:cxnChg>
        <pc:cxnChg chg="add mod ord">
          <ac:chgData name="Chandrashekhar, Satty" userId="efd3f64b-4986-44c3-8fe6-502f8bf960c6" providerId="ADAL" clId="{5C46F054-3B8E-4743-88A8-964469F22D6C}" dt="2026-02-14T19:32:05.359" v="766"/>
          <ac:cxnSpMkLst>
            <pc:docMk/>
            <pc:sldMk cId="0" sldId="267"/>
            <ac:cxnSpMk id="9" creationId="{69479ED8-DAF1-ADA5-A88B-E207A01BB658}"/>
          </ac:cxnSpMkLst>
        </pc:cxnChg>
        <pc:cxnChg chg="add mod ord">
          <ac:chgData name="Chandrashekhar, Satty" userId="efd3f64b-4986-44c3-8fe6-502f8bf960c6" providerId="ADAL" clId="{5C46F054-3B8E-4743-88A8-964469F22D6C}" dt="2026-02-14T19:32:05.359" v="764"/>
          <ac:cxnSpMkLst>
            <pc:docMk/>
            <pc:sldMk cId="0" sldId="267"/>
            <ac:cxnSpMk id="10" creationId="{7EC99CB1-6C11-8D63-542A-D6DA88F21E18}"/>
          </ac:cxnSpMkLst>
        </pc:cxnChg>
        <pc:cxnChg chg="add mod ord">
          <ac:chgData name="Chandrashekhar, Satty" userId="efd3f64b-4986-44c3-8fe6-502f8bf960c6" providerId="ADAL" clId="{5C46F054-3B8E-4743-88A8-964469F22D6C}" dt="2026-02-14T19:32:05.359" v="766"/>
          <ac:cxnSpMkLst>
            <pc:docMk/>
            <pc:sldMk cId="0" sldId="267"/>
            <ac:cxnSpMk id="11" creationId="{CE69C4C5-68A2-43C9-C75E-FB327F30A7D8}"/>
          </ac:cxnSpMkLst>
        </pc:cxnChg>
      </pc:sldChg>
      <pc:sldChg chg="addSp modSp mod">
        <pc:chgData name="Chandrashekhar, Satty" userId="efd3f64b-4986-44c3-8fe6-502f8bf960c6" providerId="ADAL" clId="{5C46F054-3B8E-4743-88A8-964469F22D6C}" dt="2026-02-14T19:32:05.396" v="831"/>
        <pc:sldMkLst>
          <pc:docMk/>
          <pc:sldMk cId="0" sldId="268"/>
        </pc:sldMkLst>
        <pc:spChg chg="add mod">
          <ac:chgData name="Chandrashekhar, Satty" userId="efd3f64b-4986-44c3-8fe6-502f8bf960c6" providerId="ADAL" clId="{5C46F054-3B8E-4743-88A8-964469F22D6C}" dt="2026-02-14T19:32:05.395" v="828"/>
          <ac:spMkLst>
            <pc:docMk/>
            <pc:sldMk cId="0" sldId="268"/>
            <ac:spMk id="11" creationId="{260AA086-D45A-1670-9CD1-28AF24622243}"/>
          </ac:spMkLst>
        </pc:spChg>
        <pc:spChg chg="add mod">
          <ac:chgData name="Chandrashekhar, Satty" userId="efd3f64b-4986-44c3-8fe6-502f8bf960c6" providerId="ADAL" clId="{5C46F054-3B8E-4743-88A8-964469F22D6C}" dt="2026-02-14T19:32:05.396" v="830"/>
          <ac:spMkLst>
            <pc:docMk/>
            <pc:sldMk cId="0" sldId="268"/>
            <ac:spMk id="12" creationId="{B97FB296-C38A-9EF6-48A9-6131A82AD299}"/>
          </ac:spMkLst>
        </pc:spChg>
        <pc:spChg chg="add mod">
          <ac:chgData name="Chandrashekhar, Satty" userId="efd3f64b-4986-44c3-8fe6-502f8bf960c6" providerId="ADAL" clId="{5C46F054-3B8E-4743-88A8-964469F22D6C}" dt="2026-02-14T19:32:05.395" v="828"/>
          <ac:spMkLst>
            <pc:docMk/>
            <pc:sldMk cId="0" sldId="268"/>
            <ac:spMk id="13" creationId="{B840FF8C-9CF5-1BAE-7AF2-E52AB00BE2F7}"/>
          </ac:spMkLst>
        </pc:spChg>
        <pc:spChg chg="add mod">
          <ac:chgData name="Chandrashekhar, Satty" userId="efd3f64b-4986-44c3-8fe6-502f8bf960c6" providerId="ADAL" clId="{5C46F054-3B8E-4743-88A8-964469F22D6C}" dt="2026-02-14T19:32:05.396" v="830"/>
          <ac:spMkLst>
            <pc:docMk/>
            <pc:sldMk cId="0" sldId="268"/>
            <ac:spMk id="14" creationId="{6FD57B5F-0029-77C6-F038-0225C8FA6D0C}"/>
          </ac:spMkLst>
        </pc:spChg>
        <pc:grpChg chg="add mod">
          <ac:chgData name="Chandrashekhar, Satty" userId="efd3f64b-4986-44c3-8fe6-502f8bf960c6" providerId="ADAL" clId="{5C46F054-3B8E-4743-88A8-964469F22D6C}" dt="2026-02-14T19:32:05.396" v="829"/>
          <ac:grpSpMkLst>
            <pc:docMk/>
            <pc:sldMk cId="0" sldId="268"/>
            <ac:grpSpMk id="15" creationId="{E7891E20-25A7-1A16-0222-29079EE480DD}"/>
          </ac:grpSpMkLst>
        </pc:grpChg>
        <pc:grpChg chg="add mod">
          <ac:chgData name="Chandrashekhar, Satty" userId="efd3f64b-4986-44c3-8fe6-502f8bf960c6" providerId="ADAL" clId="{5C46F054-3B8E-4743-88A8-964469F22D6C}" dt="2026-02-14T19:32:05.396" v="831"/>
          <ac:grpSpMkLst>
            <pc:docMk/>
            <pc:sldMk cId="0" sldId="268"/>
            <ac:grpSpMk id="16" creationId="{D3D79301-4B09-CB8E-190C-CF5AC9B2F1B2}"/>
          </ac:grpSpMkLst>
        </pc:grpChg>
        <pc:cxnChg chg="add mod ord">
          <ac:chgData name="Chandrashekhar, Satty" userId="efd3f64b-4986-44c3-8fe6-502f8bf960c6" providerId="ADAL" clId="{5C46F054-3B8E-4743-88A8-964469F22D6C}" dt="2026-02-14T19:32:05.395" v="828"/>
          <ac:cxnSpMkLst>
            <pc:docMk/>
            <pc:sldMk cId="0" sldId="268"/>
            <ac:cxnSpMk id="7" creationId="{EC1088A0-6B3E-731B-FCA6-B0471BB53E1D}"/>
          </ac:cxnSpMkLst>
        </pc:cxnChg>
        <pc:cxnChg chg="add mod ord">
          <ac:chgData name="Chandrashekhar, Satty" userId="efd3f64b-4986-44c3-8fe6-502f8bf960c6" providerId="ADAL" clId="{5C46F054-3B8E-4743-88A8-964469F22D6C}" dt="2026-02-14T19:32:05.396" v="830"/>
          <ac:cxnSpMkLst>
            <pc:docMk/>
            <pc:sldMk cId="0" sldId="268"/>
            <ac:cxnSpMk id="8" creationId="{F41833F9-ABC9-2A49-AECF-24295A06F85C}"/>
          </ac:cxnSpMkLst>
        </pc:cxnChg>
        <pc:cxnChg chg="add mod ord">
          <ac:chgData name="Chandrashekhar, Satty" userId="efd3f64b-4986-44c3-8fe6-502f8bf960c6" providerId="ADAL" clId="{5C46F054-3B8E-4743-88A8-964469F22D6C}" dt="2026-02-14T19:32:05.395" v="828"/>
          <ac:cxnSpMkLst>
            <pc:docMk/>
            <pc:sldMk cId="0" sldId="268"/>
            <ac:cxnSpMk id="9" creationId="{A2CF65E4-9265-CB7F-9FCE-AA82374A8742}"/>
          </ac:cxnSpMkLst>
        </pc:cxnChg>
        <pc:cxnChg chg="add mod ord">
          <ac:chgData name="Chandrashekhar, Satty" userId="efd3f64b-4986-44c3-8fe6-502f8bf960c6" providerId="ADAL" clId="{5C46F054-3B8E-4743-88A8-964469F22D6C}" dt="2026-02-14T19:32:05.396" v="830"/>
          <ac:cxnSpMkLst>
            <pc:docMk/>
            <pc:sldMk cId="0" sldId="268"/>
            <ac:cxnSpMk id="10" creationId="{3D83B26A-82F4-235E-31FE-6660CE9CBC3D}"/>
          </ac:cxnSpMkLst>
        </pc:cxnChg>
      </pc:sldChg>
      <pc:sldChg chg="addSp modSp mod">
        <pc:chgData name="Chandrashekhar, Satty" userId="efd3f64b-4986-44c3-8fe6-502f8bf960c6" providerId="ADAL" clId="{5C46F054-3B8E-4743-88A8-964469F22D6C}" dt="2026-02-14T19:32:05.427" v="895"/>
        <pc:sldMkLst>
          <pc:docMk/>
          <pc:sldMk cId="0" sldId="269"/>
        </pc:sldMkLst>
        <pc:spChg chg="add mod">
          <ac:chgData name="Chandrashekhar, Satty" userId="efd3f64b-4986-44c3-8fe6-502f8bf960c6" providerId="ADAL" clId="{5C46F054-3B8E-4743-88A8-964469F22D6C}" dt="2026-02-14T19:32:05.426" v="892"/>
          <ac:spMkLst>
            <pc:docMk/>
            <pc:sldMk cId="0" sldId="269"/>
            <ac:spMk id="12" creationId="{C11EC7F1-2EBC-4180-699B-A1D57E63A6E8}"/>
          </ac:spMkLst>
        </pc:spChg>
        <pc:spChg chg="add mod">
          <ac:chgData name="Chandrashekhar, Satty" userId="efd3f64b-4986-44c3-8fe6-502f8bf960c6" providerId="ADAL" clId="{5C46F054-3B8E-4743-88A8-964469F22D6C}" dt="2026-02-14T19:32:05.426" v="894"/>
          <ac:spMkLst>
            <pc:docMk/>
            <pc:sldMk cId="0" sldId="269"/>
            <ac:spMk id="13" creationId="{29FC1763-AE8C-9B53-204B-D841D183558E}"/>
          </ac:spMkLst>
        </pc:spChg>
        <pc:spChg chg="add mod">
          <ac:chgData name="Chandrashekhar, Satty" userId="efd3f64b-4986-44c3-8fe6-502f8bf960c6" providerId="ADAL" clId="{5C46F054-3B8E-4743-88A8-964469F22D6C}" dt="2026-02-14T19:32:05.426" v="892"/>
          <ac:spMkLst>
            <pc:docMk/>
            <pc:sldMk cId="0" sldId="269"/>
            <ac:spMk id="14" creationId="{F5C405FC-91A8-B6BE-44FD-F1DE1958E93F}"/>
          </ac:spMkLst>
        </pc:spChg>
        <pc:spChg chg="add mod">
          <ac:chgData name="Chandrashekhar, Satty" userId="efd3f64b-4986-44c3-8fe6-502f8bf960c6" providerId="ADAL" clId="{5C46F054-3B8E-4743-88A8-964469F22D6C}" dt="2026-02-14T19:32:05.426" v="894"/>
          <ac:spMkLst>
            <pc:docMk/>
            <pc:sldMk cId="0" sldId="269"/>
            <ac:spMk id="15" creationId="{EA15E82D-9488-B66A-E702-C6725A5EC2BA}"/>
          </ac:spMkLst>
        </pc:spChg>
        <pc:grpChg chg="add mod">
          <ac:chgData name="Chandrashekhar, Satty" userId="efd3f64b-4986-44c3-8fe6-502f8bf960c6" providerId="ADAL" clId="{5C46F054-3B8E-4743-88A8-964469F22D6C}" dt="2026-02-14T19:32:05.426" v="893"/>
          <ac:grpSpMkLst>
            <pc:docMk/>
            <pc:sldMk cId="0" sldId="269"/>
            <ac:grpSpMk id="16" creationId="{677307F3-D677-6972-39EB-EE3AD3882948}"/>
          </ac:grpSpMkLst>
        </pc:grpChg>
        <pc:grpChg chg="add mod">
          <ac:chgData name="Chandrashekhar, Satty" userId="efd3f64b-4986-44c3-8fe6-502f8bf960c6" providerId="ADAL" clId="{5C46F054-3B8E-4743-88A8-964469F22D6C}" dt="2026-02-14T19:32:05.427" v="895"/>
          <ac:grpSpMkLst>
            <pc:docMk/>
            <pc:sldMk cId="0" sldId="269"/>
            <ac:grpSpMk id="17" creationId="{B2907F86-D286-2910-56C8-8719B2C58595}"/>
          </ac:grpSpMkLst>
        </pc:grpChg>
        <pc:cxnChg chg="add mod ord">
          <ac:chgData name="Chandrashekhar, Satty" userId="efd3f64b-4986-44c3-8fe6-502f8bf960c6" providerId="ADAL" clId="{5C46F054-3B8E-4743-88A8-964469F22D6C}" dt="2026-02-14T19:32:05.426" v="892"/>
          <ac:cxnSpMkLst>
            <pc:docMk/>
            <pc:sldMk cId="0" sldId="269"/>
            <ac:cxnSpMk id="8" creationId="{495BD473-2C84-4423-46D9-91AA5381AEBC}"/>
          </ac:cxnSpMkLst>
        </pc:cxnChg>
        <pc:cxnChg chg="add mod ord">
          <ac:chgData name="Chandrashekhar, Satty" userId="efd3f64b-4986-44c3-8fe6-502f8bf960c6" providerId="ADAL" clId="{5C46F054-3B8E-4743-88A8-964469F22D6C}" dt="2026-02-14T19:32:05.426" v="894"/>
          <ac:cxnSpMkLst>
            <pc:docMk/>
            <pc:sldMk cId="0" sldId="269"/>
            <ac:cxnSpMk id="9" creationId="{79653950-F56C-748F-1F75-0FA9F50E3E1F}"/>
          </ac:cxnSpMkLst>
        </pc:cxnChg>
        <pc:cxnChg chg="add mod ord">
          <ac:chgData name="Chandrashekhar, Satty" userId="efd3f64b-4986-44c3-8fe6-502f8bf960c6" providerId="ADAL" clId="{5C46F054-3B8E-4743-88A8-964469F22D6C}" dt="2026-02-14T19:32:05.426" v="892"/>
          <ac:cxnSpMkLst>
            <pc:docMk/>
            <pc:sldMk cId="0" sldId="269"/>
            <ac:cxnSpMk id="10" creationId="{1BAA7BF1-E08F-411D-F190-75BE8532E026}"/>
          </ac:cxnSpMkLst>
        </pc:cxnChg>
        <pc:cxnChg chg="add mod ord">
          <ac:chgData name="Chandrashekhar, Satty" userId="efd3f64b-4986-44c3-8fe6-502f8bf960c6" providerId="ADAL" clId="{5C46F054-3B8E-4743-88A8-964469F22D6C}" dt="2026-02-14T19:32:05.426" v="894"/>
          <ac:cxnSpMkLst>
            <pc:docMk/>
            <pc:sldMk cId="0" sldId="269"/>
            <ac:cxnSpMk id="11" creationId="{271B4364-A4D3-71CD-172D-F44496467A30}"/>
          </ac:cxnSpMkLst>
        </pc:cxnChg>
      </pc:sldChg>
      <pc:sldChg chg="addSp modSp mod">
        <pc:chgData name="Chandrashekhar, Satty" userId="efd3f64b-4986-44c3-8fe6-502f8bf960c6" providerId="ADAL" clId="{5C46F054-3B8E-4743-88A8-964469F22D6C}" dt="2026-02-14T19:32:05.451" v="959"/>
        <pc:sldMkLst>
          <pc:docMk/>
          <pc:sldMk cId="0" sldId="270"/>
        </pc:sldMkLst>
        <pc:spChg chg="add mod">
          <ac:chgData name="Chandrashekhar, Satty" userId="efd3f64b-4986-44c3-8fe6-502f8bf960c6" providerId="ADAL" clId="{5C46F054-3B8E-4743-88A8-964469F22D6C}" dt="2026-02-14T19:32:05.451" v="956"/>
          <ac:spMkLst>
            <pc:docMk/>
            <pc:sldMk cId="0" sldId="270"/>
            <ac:spMk id="14" creationId="{6FF2C41F-6D15-1D66-3DF4-588C0A753134}"/>
          </ac:spMkLst>
        </pc:spChg>
        <pc:spChg chg="add mod">
          <ac:chgData name="Chandrashekhar, Satty" userId="efd3f64b-4986-44c3-8fe6-502f8bf960c6" providerId="ADAL" clId="{5C46F054-3B8E-4743-88A8-964469F22D6C}" dt="2026-02-14T19:32:05.451" v="958"/>
          <ac:spMkLst>
            <pc:docMk/>
            <pc:sldMk cId="0" sldId="270"/>
            <ac:spMk id="15" creationId="{027B0B1A-7873-DF74-D5FB-D60B21BCEF2F}"/>
          </ac:spMkLst>
        </pc:spChg>
        <pc:spChg chg="add mod">
          <ac:chgData name="Chandrashekhar, Satty" userId="efd3f64b-4986-44c3-8fe6-502f8bf960c6" providerId="ADAL" clId="{5C46F054-3B8E-4743-88A8-964469F22D6C}" dt="2026-02-14T19:32:05.451" v="956"/>
          <ac:spMkLst>
            <pc:docMk/>
            <pc:sldMk cId="0" sldId="270"/>
            <ac:spMk id="16" creationId="{4139B199-DBEF-CC3F-4308-2885216D85D6}"/>
          </ac:spMkLst>
        </pc:spChg>
        <pc:spChg chg="add mod">
          <ac:chgData name="Chandrashekhar, Satty" userId="efd3f64b-4986-44c3-8fe6-502f8bf960c6" providerId="ADAL" clId="{5C46F054-3B8E-4743-88A8-964469F22D6C}" dt="2026-02-14T19:32:05.451" v="958"/>
          <ac:spMkLst>
            <pc:docMk/>
            <pc:sldMk cId="0" sldId="270"/>
            <ac:spMk id="17" creationId="{EBB69255-DE5A-BDB7-8640-236E8D74E420}"/>
          </ac:spMkLst>
        </pc:spChg>
        <pc:grpChg chg="add mod">
          <ac:chgData name="Chandrashekhar, Satty" userId="efd3f64b-4986-44c3-8fe6-502f8bf960c6" providerId="ADAL" clId="{5C46F054-3B8E-4743-88A8-964469F22D6C}" dt="2026-02-14T19:32:05.451" v="957"/>
          <ac:grpSpMkLst>
            <pc:docMk/>
            <pc:sldMk cId="0" sldId="270"/>
            <ac:grpSpMk id="18" creationId="{57883C85-82EF-A43B-7933-E89282481278}"/>
          </ac:grpSpMkLst>
        </pc:grpChg>
        <pc:grpChg chg="add mod">
          <ac:chgData name="Chandrashekhar, Satty" userId="efd3f64b-4986-44c3-8fe6-502f8bf960c6" providerId="ADAL" clId="{5C46F054-3B8E-4743-88A8-964469F22D6C}" dt="2026-02-14T19:32:05.451" v="959"/>
          <ac:grpSpMkLst>
            <pc:docMk/>
            <pc:sldMk cId="0" sldId="270"/>
            <ac:grpSpMk id="19" creationId="{77C1D03C-F1D1-A36A-FF42-5200A7EFA161}"/>
          </ac:grpSpMkLst>
        </pc:grpChg>
        <pc:cxnChg chg="add mod ord">
          <ac:chgData name="Chandrashekhar, Satty" userId="efd3f64b-4986-44c3-8fe6-502f8bf960c6" providerId="ADAL" clId="{5C46F054-3B8E-4743-88A8-964469F22D6C}" dt="2026-02-14T19:32:05.451" v="956"/>
          <ac:cxnSpMkLst>
            <pc:docMk/>
            <pc:sldMk cId="0" sldId="270"/>
            <ac:cxnSpMk id="10" creationId="{D145586C-7D45-9F4D-AD2A-944E5D184039}"/>
          </ac:cxnSpMkLst>
        </pc:cxnChg>
        <pc:cxnChg chg="add mod ord">
          <ac:chgData name="Chandrashekhar, Satty" userId="efd3f64b-4986-44c3-8fe6-502f8bf960c6" providerId="ADAL" clId="{5C46F054-3B8E-4743-88A8-964469F22D6C}" dt="2026-02-14T19:32:05.451" v="958"/>
          <ac:cxnSpMkLst>
            <pc:docMk/>
            <pc:sldMk cId="0" sldId="270"/>
            <ac:cxnSpMk id="11" creationId="{6BD6E7FE-912A-0EBA-9705-5DF41313ED7A}"/>
          </ac:cxnSpMkLst>
        </pc:cxnChg>
        <pc:cxnChg chg="add mod ord">
          <ac:chgData name="Chandrashekhar, Satty" userId="efd3f64b-4986-44c3-8fe6-502f8bf960c6" providerId="ADAL" clId="{5C46F054-3B8E-4743-88A8-964469F22D6C}" dt="2026-02-14T19:32:05.451" v="956"/>
          <ac:cxnSpMkLst>
            <pc:docMk/>
            <pc:sldMk cId="0" sldId="270"/>
            <ac:cxnSpMk id="12" creationId="{EC563BCC-E2A6-85FE-EBAD-F96B956EFDBC}"/>
          </ac:cxnSpMkLst>
        </pc:cxnChg>
        <pc:cxnChg chg="add mod ord">
          <ac:chgData name="Chandrashekhar, Satty" userId="efd3f64b-4986-44c3-8fe6-502f8bf960c6" providerId="ADAL" clId="{5C46F054-3B8E-4743-88A8-964469F22D6C}" dt="2026-02-14T19:32:05.451" v="958"/>
          <ac:cxnSpMkLst>
            <pc:docMk/>
            <pc:sldMk cId="0" sldId="270"/>
            <ac:cxnSpMk id="13" creationId="{D2F0D40C-748F-EF31-19B7-1A07FC2570EE}"/>
          </ac:cxnSpMkLst>
        </pc:cxnChg>
      </pc:sldChg>
      <pc:sldChg chg="addSp modSp mod">
        <pc:chgData name="Chandrashekhar, Satty" userId="efd3f64b-4986-44c3-8fe6-502f8bf960c6" providerId="ADAL" clId="{5C46F054-3B8E-4743-88A8-964469F22D6C}" dt="2026-02-14T19:32:05.484" v="1023"/>
        <pc:sldMkLst>
          <pc:docMk/>
          <pc:sldMk cId="0" sldId="271"/>
        </pc:sldMkLst>
        <pc:spChg chg="add mod">
          <ac:chgData name="Chandrashekhar, Satty" userId="efd3f64b-4986-44c3-8fe6-502f8bf960c6" providerId="ADAL" clId="{5C46F054-3B8E-4743-88A8-964469F22D6C}" dt="2026-02-14T19:32:05.482" v="1020"/>
          <ac:spMkLst>
            <pc:docMk/>
            <pc:sldMk cId="0" sldId="271"/>
            <ac:spMk id="25" creationId="{1E2E7888-15EA-410E-9AF3-04FBCAD17B23}"/>
          </ac:spMkLst>
        </pc:spChg>
        <pc:spChg chg="add mod">
          <ac:chgData name="Chandrashekhar, Satty" userId="efd3f64b-4986-44c3-8fe6-502f8bf960c6" providerId="ADAL" clId="{5C46F054-3B8E-4743-88A8-964469F22D6C}" dt="2026-02-14T19:32:05.483" v="1022"/>
          <ac:spMkLst>
            <pc:docMk/>
            <pc:sldMk cId="0" sldId="271"/>
            <ac:spMk id="26" creationId="{C704D523-2DD3-8B68-028F-42EA932F7374}"/>
          </ac:spMkLst>
        </pc:spChg>
        <pc:spChg chg="add mod">
          <ac:chgData name="Chandrashekhar, Satty" userId="efd3f64b-4986-44c3-8fe6-502f8bf960c6" providerId="ADAL" clId="{5C46F054-3B8E-4743-88A8-964469F22D6C}" dt="2026-02-14T19:32:05.482" v="1020"/>
          <ac:spMkLst>
            <pc:docMk/>
            <pc:sldMk cId="0" sldId="271"/>
            <ac:spMk id="27" creationId="{17B37B79-8BCA-5B87-418C-4B090DA521F1}"/>
          </ac:spMkLst>
        </pc:spChg>
        <pc:spChg chg="add mod">
          <ac:chgData name="Chandrashekhar, Satty" userId="efd3f64b-4986-44c3-8fe6-502f8bf960c6" providerId="ADAL" clId="{5C46F054-3B8E-4743-88A8-964469F22D6C}" dt="2026-02-14T19:32:05.483" v="1022"/>
          <ac:spMkLst>
            <pc:docMk/>
            <pc:sldMk cId="0" sldId="271"/>
            <ac:spMk id="28" creationId="{051871A1-587C-AD02-24DA-50ADAD90CAAE}"/>
          </ac:spMkLst>
        </pc:spChg>
        <pc:grpChg chg="add mod">
          <ac:chgData name="Chandrashekhar, Satty" userId="efd3f64b-4986-44c3-8fe6-502f8bf960c6" providerId="ADAL" clId="{5C46F054-3B8E-4743-88A8-964469F22D6C}" dt="2026-02-14T19:32:05.483" v="1021"/>
          <ac:grpSpMkLst>
            <pc:docMk/>
            <pc:sldMk cId="0" sldId="271"/>
            <ac:grpSpMk id="29" creationId="{3D2F72B5-0F46-802B-232A-E89E23632288}"/>
          </ac:grpSpMkLst>
        </pc:grpChg>
        <pc:grpChg chg="add mod">
          <ac:chgData name="Chandrashekhar, Satty" userId="efd3f64b-4986-44c3-8fe6-502f8bf960c6" providerId="ADAL" clId="{5C46F054-3B8E-4743-88A8-964469F22D6C}" dt="2026-02-14T19:32:05.484" v="1023"/>
          <ac:grpSpMkLst>
            <pc:docMk/>
            <pc:sldMk cId="0" sldId="271"/>
            <ac:grpSpMk id="30" creationId="{21503B2F-C3A1-2748-3B63-EC16224FA802}"/>
          </ac:grpSpMkLst>
        </pc:grpChg>
        <pc:cxnChg chg="add mod ord">
          <ac:chgData name="Chandrashekhar, Satty" userId="efd3f64b-4986-44c3-8fe6-502f8bf960c6" providerId="ADAL" clId="{5C46F054-3B8E-4743-88A8-964469F22D6C}" dt="2026-02-14T19:32:05.482" v="1020"/>
          <ac:cxnSpMkLst>
            <pc:docMk/>
            <pc:sldMk cId="0" sldId="271"/>
            <ac:cxnSpMk id="21" creationId="{32A95C42-0661-8BF5-96F2-8F6A1807C31F}"/>
          </ac:cxnSpMkLst>
        </pc:cxnChg>
        <pc:cxnChg chg="add mod ord">
          <ac:chgData name="Chandrashekhar, Satty" userId="efd3f64b-4986-44c3-8fe6-502f8bf960c6" providerId="ADAL" clId="{5C46F054-3B8E-4743-88A8-964469F22D6C}" dt="2026-02-14T19:32:05.483" v="1022"/>
          <ac:cxnSpMkLst>
            <pc:docMk/>
            <pc:sldMk cId="0" sldId="271"/>
            <ac:cxnSpMk id="22" creationId="{A272BE61-F431-3AB3-5A21-EB83DA39F782}"/>
          </ac:cxnSpMkLst>
        </pc:cxnChg>
        <pc:cxnChg chg="add mod ord">
          <ac:chgData name="Chandrashekhar, Satty" userId="efd3f64b-4986-44c3-8fe6-502f8bf960c6" providerId="ADAL" clId="{5C46F054-3B8E-4743-88A8-964469F22D6C}" dt="2026-02-14T19:32:05.482" v="1020"/>
          <ac:cxnSpMkLst>
            <pc:docMk/>
            <pc:sldMk cId="0" sldId="271"/>
            <ac:cxnSpMk id="23" creationId="{3EA8EB85-F565-1C5A-055B-E4B9A201FC05}"/>
          </ac:cxnSpMkLst>
        </pc:cxnChg>
        <pc:cxnChg chg="add mod ord">
          <ac:chgData name="Chandrashekhar, Satty" userId="efd3f64b-4986-44c3-8fe6-502f8bf960c6" providerId="ADAL" clId="{5C46F054-3B8E-4743-88A8-964469F22D6C}" dt="2026-02-14T19:32:05.483" v="1022"/>
          <ac:cxnSpMkLst>
            <pc:docMk/>
            <pc:sldMk cId="0" sldId="271"/>
            <ac:cxnSpMk id="24" creationId="{810D5463-3799-B775-FB24-2787C772A57B}"/>
          </ac:cxnSpMkLst>
        </pc:cxnChg>
      </pc:sldChg>
      <pc:sldChg chg="addSp modSp mod">
        <pc:chgData name="Chandrashekhar, Satty" userId="efd3f64b-4986-44c3-8fe6-502f8bf960c6" providerId="ADAL" clId="{5C46F054-3B8E-4743-88A8-964469F22D6C}" dt="2026-02-14T19:32:05.529" v="1087"/>
        <pc:sldMkLst>
          <pc:docMk/>
          <pc:sldMk cId="0" sldId="272"/>
        </pc:sldMkLst>
        <pc:spChg chg="add mod">
          <ac:chgData name="Chandrashekhar, Satty" userId="efd3f64b-4986-44c3-8fe6-502f8bf960c6" providerId="ADAL" clId="{5C46F054-3B8E-4743-88A8-964469F22D6C}" dt="2026-02-14T19:32:05.527" v="1084"/>
          <ac:spMkLst>
            <pc:docMk/>
            <pc:sldMk cId="0" sldId="272"/>
            <ac:spMk id="11" creationId="{4D9A3A88-0D91-FAC6-E913-98213ADB9CE7}"/>
          </ac:spMkLst>
        </pc:spChg>
        <pc:spChg chg="add mod">
          <ac:chgData name="Chandrashekhar, Satty" userId="efd3f64b-4986-44c3-8fe6-502f8bf960c6" providerId="ADAL" clId="{5C46F054-3B8E-4743-88A8-964469F22D6C}" dt="2026-02-14T19:32:05.529" v="1086"/>
          <ac:spMkLst>
            <pc:docMk/>
            <pc:sldMk cId="0" sldId="272"/>
            <ac:spMk id="12" creationId="{28C2EE2E-5B4A-2FA2-BF9E-09FABE18AA75}"/>
          </ac:spMkLst>
        </pc:spChg>
        <pc:spChg chg="add mod">
          <ac:chgData name="Chandrashekhar, Satty" userId="efd3f64b-4986-44c3-8fe6-502f8bf960c6" providerId="ADAL" clId="{5C46F054-3B8E-4743-88A8-964469F22D6C}" dt="2026-02-14T19:32:05.527" v="1084"/>
          <ac:spMkLst>
            <pc:docMk/>
            <pc:sldMk cId="0" sldId="272"/>
            <ac:spMk id="13" creationId="{0030578C-4289-C0F8-8661-84A4B531C2A3}"/>
          </ac:spMkLst>
        </pc:spChg>
        <pc:spChg chg="add mod">
          <ac:chgData name="Chandrashekhar, Satty" userId="efd3f64b-4986-44c3-8fe6-502f8bf960c6" providerId="ADAL" clId="{5C46F054-3B8E-4743-88A8-964469F22D6C}" dt="2026-02-14T19:32:05.529" v="1086"/>
          <ac:spMkLst>
            <pc:docMk/>
            <pc:sldMk cId="0" sldId="272"/>
            <ac:spMk id="14" creationId="{C8F2CA3A-F053-F8B7-DD16-F7432E2C6902}"/>
          </ac:spMkLst>
        </pc:spChg>
        <pc:grpChg chg="add mod">
          <ac:chgData name="Chandrashekhar, Satty" userId="efd3f64b-4986-44c3-8fe6-502f8bf960c6" providerId="ADAL" clId="{5C46F054-3B8E-4743-88A8-964469F22D6C}" dt="2026-02-14T19:32:05.529" v="1085"/>
          <ac:grpSpMkLst>
            <pc:docMk/>
            <pc:sldMk cId="0" sldId="272"/>
            <ac:grpSpMk id="15" creationId="{D1935979-59A6-211A-B1B2-AFF1C6744DD4}"/>
          </ac:grpSpMkLst>
        </pc:grpChg>
        <pc:grpChg chg="add mod">
          <ac:chgData name="Chandrashekhar, Satty" userId="efd3f64b-4986-44c3-8fe6-502f8bf960c6" providerId="ADAL" clId="{5C46F054-3B8E-4743-88A8-964469F22D6C}" dt="2026-02-14T19:32:05.529" v="1087"/>
          <ac:grpSpMkLst>
            <pc:docMk/>
            <pc:sldMk cId="0" sldId="272"/>
            <ac:grpSpMk id="16" creationId="{22CC08E0-8104-CF6F-B0DE-CCDF8D506558}"/>
          </ac:grpSpMkLst>
        </pc:grpChg>
        <pc:cxnChg chg="add mod ord">
          <ac:chgData name="Chandrashekhar, Satty" userId="efd3f64b-4986-44c3-8fe6-502f8bf960c6" providerId="ADAL" clId="{5C46F054-3B8E-4743-88A8-964469F22D6C}" dt="2026-02-14T19:32:05.527" v="1084"/>
          <ac:cxnSpMkLst>
            <pc:docMk/>
            <pc:sldMk cId="0" sldId="272"/>
            <ac:cxnSpMk id="7" creationId="{30C6E463-C524-D4A0-B8D5-E574A3C46449}"/>
          </ac:cxnSpMkLst>
        </pc:cxnChg>
        <pc:cxnChg chg="add mod ord">
          <ac:chgData name="Chandrashekhar, Satty" userId="efd3f64b-4986-44c3-8fe6-502f8bf960c6" providerId="ADAL" clId="{5C46F054-3B8E-4743-88A8-964469F22D6C}" dt="2026-02-14T19:32:05.529" v="1086"/>
          <ac:cxnSpMkLst>
            <pc:docMk/>
            <pc:sldMk cId="0" sldId="272"/>
            <ac:cxnSpMk id="8" creationId="{7D5736DF-713B-0FF4-579C-B0585307B2E1}"/>
          </ac:cxnSpMkLst>
        </pc:cxnChg>
        <pc:cxnChg chg="add mod ord">
          <ac:chgData name="Chandrashekhar, Satty" userId="efd3f64b-4986-44c3-8fe6-502f8bf960c6" providerId="ADAL" clId="{5C46F054-3B8E-4743-88A8-964469F22D6C}" dt="2026-02-14T19:32:05.527" v="1084"/>
          <ac:cxnSpMkLst>
            <pc:docMk/>
            <pc:sldMk cId="0" sldId="272"/>
            <ac:cxnSpMk id="9" creationId="{848E8896-F04D-EB54-F082-0734760B0442}"/>
          </ac:cxnSpMkLst>
        </pc:cxnChg>
        <pc:cxnChg chg="add mod ord">
          <ac:chgData name="Chandrashekhar, Satty" userId="efd3f64b-4986-44c3-8fe6-502f8bf960c6" providerId="ADAL" clId="{5C46F054-3B8E-4743-88A8-964469F22D6C}" dt="2026-02-14T19:32:05.529" v="1086"/>
          <ac:cxnSpMkLst>
            <pc:docMk/>
            <pc:sldMk cId="0" sldId="272"/>
            <ac:cxnSpMk id="10" creationId="{A6C1A3BB-5F7E-DB03-61FD-703CDD794DFE}"/>
          </ac:cxnSpMkLst>
        </pc:cxnChg>
      </pc:sldChg>
      <pc:sldChg chg="addSp modSp mod">
        <pc:chgData name="Chandrashekhar, Satty" userId="efd3f64b-4986-44c3-8fe6-502f8bf960c6" providerId="ADAL" clId="{5C46F054-3B8E-4743-88A8-964469F22D6C}" dt="2026-02-14T19:39:01.248" v="1151"/>
        <pc:sldMkLst>
          <pc:docMk/>
          <pc:sldMk cId="0" sldId="273"/>
        </pc:sldMkLst>
        <pc:spChg chg="add mod">
          <ac:chgData name="Chandrashekhar, Satty" userId="efd3f64b-4986-44c3-8fe6-502f8bf960c6" providerId="ADAL" clId="{5C46F054-3B8E-4743-88A8-964469F22D6C}" dt="2026-02-14T19:39:01.247" v="1148"/>
          <ac:spMkLst>
            <pc:docMk/>
            <pc:sldMk cId="0" sldId="273"/>
            <ac:spMk id="58" creationId="{C046EF69-A433-FFDD-DD6C-8144753B02C0}"/>
          </ac:spMkLst>
        </pc:spChg>
        <pc:spChg chg="add mod">
          <ac:chgData name="Chandrashekhar, Satty" userId="efd3f64b-4986-44c3-8fe6-502f8bf960c6" providerId="ADAL" clId="{5C46F054-3B8E-4743-88A8-964469F22D6C}" dt="2026-02-14T19:39:01.247" v="1150"/>
          <ac:spMkLst>
            <pc:docMk/>
            <pc:sldMk cId="0" sldId="273"/>
            <ac:spMk id="59" creationId="{57B414F2-DC32-D982-FD53-A9C495D30A76}"/>
          </ac:spMkLst>
        </pc:spChg>
        <pc:spChg chg="add mod">
          <ac:chgData name="Chandrashekhar, Satty" userId="efd3f64b-4986-44c3-8fe6-502f8bf960c6" providerId="ADAL" clId="{5C46F054-3B8E-4743-88A8-964469F22D6C}" dt="2026-02-14T19:39:01.247" v="1148"/>
          <ac:spMkLst>
            <pc:docMk/>
            <pc:sldMk cId="0" sldId="273"/>
            <ac:spMk id="60" creationId="{B255C604-8B45-E313-BF54-B06B2A399E04}"/>
          </ac:spMkLst>
        </pc:spChg>
        <pc:spChg chg="add mod">
          <ac:chgData name="Chandrashekhar, Satty" userId="efd3f64b-4986-44c3-8fe6-502f8bf960c6" providerId="ADAL" clId="{5C46F054-3B8E-4743-88A8-964469F22D6C}" dt="2026-02-14T19:39:01.247" v="1150"/>
          <ac:spMkLst>
            <pc:docMk/>
            <pc:sldMk cId="0" sldId="273"/>
            <ac:spMk id="61" creationId="{210F02BD-3949-FD40-39D4-F4EEEF38B31F}"/>
          </ac:spMkLst>
        </pc:spChg>
        <pc:grpChg chg="add mod">
          <ac:chgData name="Chandrashekhar, Satty" userId="efd3f64b-4986-44c3-8fe6-502f8bf960c6" providerId="ADAL" clId="{5C46F054-3B8E-4743-88A8-964469F22D6C}" dt="2026-02-14T19:39:01.247" v="1149"/>
          <ac:grpSpMkLst>
            <pc:docMk/>
            <pc:sldMk cId="0" sldId="273"/>
            <ac:grpSpMk id="62" creationId="{8D7EBC50-2346-8A29-1F7C-EFC76D735123}"/>
          </ac:grpSpMkLst>
        </pc:grpChg>
        <pc:grpChg chg="add mod">
          <ac:chgData name="Chandrashekhar, Satty" userId="efd3f64b-4986-44c3-8fe6-502f8bf960c6" providerId="ADAL" clId="{5C46F054-3B8E-4743-88A8-964469F22D6C}" dt="2026-02-14T19:39:01.248" v="1151"/>
          <ac:grpSpMkLst>
            <pc:docMk/>
            <pc:sldMk cId="0" sldId="273"/>
            <ac:grpSpMk id="63" creationId="{3E8E7813-D864-0996-1A18-4E3EB5426AA2}"/>
          </ac:grpSpMkLst>
        </pc:grpChg>
        <pc:cxnChg chg="add mod ord">
          <ac:chgData name="Chandrashekhar, Satty" userId="efd3f64b-4986-44c3-8fe6-502f8bf960c6" providerId="ADAL" clId="{5C46F054-3B8E-4743-88A8-964469F22D6C}" dt="2026-02-14T19:39:01.247" v="1148"/>
          <ac:cxnSpMkLst>
            <pc:docMk/>
            <pc:sldMk cId="0" sldId="273"/>
            <ac:cxnSpMk id="54" creationId="{9D9A0F07-4A99-DF16-C957-06AE090AC2CC}"/>
          </ac:cxnSpMkLst>
        </pc:cxnChg>
        <pc:cxnChg chg="add mod ord">
          <ac:chgData name="Chandrashekhar, Satty" userId="efd3f64b-4986-44c3-8fe6-502f8bf960c6" providerId="ADAL" clId="{5C46F054-3B8E-4743-88A8-964469F22D6C}" dt="2026-02-14T19:39:01.247" v="1150"/>
          <ac:cxnSpMkLst>
            <pc:docMk/>
            <pc:sldMk cId="0" sldId="273"/>
            <ac:cxnSpMk id="55" creationId="{C059ECA4-D7D4-444D-78D1-351A05BE18B2}"/>
          </ac:cxnSpMkLst>
        </pc:cxnChg>
        <pc:cxnChg chg="add mod ord">
          <ac:chgData name="Chandrashekhar, Satty" userId="efd3f64b-4986-44c3-8fe6-502f8bf960c6" providerId="ADAL" clId="{5C46F054-3B8E-4743-88A8-964469F22D6C}" dt="2026-02-14T19:39:01.247" v="1148"/>
          <ac:cxnSpMkLst>
            <pc:docMk/>
            <pc:sldMk cId="0" sldId="273"/>
            <ac:cxnSpMk id="56" creationId="{0959DEBB-8759-0468-2FA2-C69D90E23B9E}"/>
          </ac:cxnSpMkLst>
        </pc:cxnChg>
        <pc:cxnChg chg="add mod ord">
          <ac:chgData name="Chandrashekhar, Satty" userId="efd3f64b-4986-44c3-8fe6-502f8bf960c6" providerId="ADAL" clId="{5C46F054-3B8E-4743-88A8-964469F22D6C}" dt="2026-02-14T19:39:01.247" v="1150"/>
          <ac:cxnSpMkLst>
            <pc:docMk/>
            <pc:sldMk cId="0" sldId="273"/>
            <ac:cxnSpMk id="57" creationId="{6FF7BB83-6CED-1B3B-B750-01087D9DDAC8}"/>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63" userDrawn="1">
          <p15:clr>
            <a:srgbClr val="F26B43"/>
          </p15:clr>
        </p15:guide>
        <p15:guide id="2" orient="horz" pos="915" userDrawn="1">
          <p15:clr>
            <a:srgbClr val="F26B43"/>
          </p15:clr>
        </p15:guide>
        <p15:guide id="3" orient="horz" pos="3981" userDrawn="1">
          <p15:clr>
            <a:srgbClr val="F26B43"/>
          </p15:clr>
        </p15:guide>
        <p15:guide id="4" pos="288" userDrawn="1">
          <p15:clr>
            <a:srgbClr val="F26B43"/>
          </p15:clr>
        </p15:guide>
        <p15:guide id="5" pos="547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btfpColumnIndicatorGroup2">
            <a:extLst>
              <a:ext uri="{FF2B5EF4-FFF2-40B4-BE49-F238E27FC236}">
                <a16:creationId xmlns:a16="http://schemas.microsoft.com/office/drawing/2014/main" id="{4546FA6E-EBE5-3F1E-9AFD-A736F813E300}"/>
              </a:ext>
            </a:extLst>
          </p:cNvPr>
          <p:cNvGrpSpPr/>
          <p:nvPr/>
        </p:nvGrpSpPr>
        <p:grpSpPr>
          <a:xfrm>
            <a:off x="0" y="6926580"/>
            <a:ext cx="12192000" cy="137160"/>
            <a:chOff x="0" y="6926580"/>
            <a:chExt cx="12192000" cy="137160"/>
          </a:xfrm>
        </p:grpSpPr>
        <p:sp>
          <p:nvSpPr>
            <p:cNvPr id="13" name="btfpColumnGapBlocker622005">
              <a:extLst>
                <a:ext uri="{FF2B5EF4-FFF2-40B4-BE49-F238E27FC236}">
                  <a16:creationId xmlns:a16="http://schemas.microsoft.com/office/drawing/2014/main" id="{892ABA43-43D9-B6CE-0918-4D05DC62F0F4}"/>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btfpColumnGapBlocker759741">
              <a:extLst>
                <a:ext uri="{FF2B5EF4-FFF2-40B4-BE49-F238E27FC236}">
                  <a16:creationId xmlns:a16="http://schemas.microsoft.com/office/drawing/2014/main" id="{514D0BF3-B831-E451-16F9-C3E8F037CA62}"/>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btfpColumnIndicator562842">
              <a:extLst>
                <a:ext uri="{FF2B5EF4-FFF2-40B4-BE49-F238E27FC236}">
                  <a16:creationId xmlns:a16="http://schemas.microsoft.com/office/drawing/2014/main" id="{FBC3E5BB-7446-B43A-C6B2-481D26216B0F}"/>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 name="btfpColumnIndicator667347">
              <a:extLst>
                <a:ext uri="{FF2B5EF4-FFF2-40B4-BE49-F238E27FC236}">
                  <a16:creationId xmlns:a16="http://schemas.microsoft.com/office/drawing/2014/main" id="{3DDEEBB3-1791-980A-240C-68A705E4DA50}"/>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4" name="btfpColumnIndicatorGroup1">
            <a:extLst>
              <a:ext uri="{FF2B5EF4-FFF2-40B4-BE49-F238E27FC236}">
                <a16:creationId xmlns:a16="http://schemas.microsoft.com/office/drawing/2014/main" id="{8A38BB98-13B2-CBDD-3C99-831089A76930}"/>
              </a:ext>
            </a:extLst>
          </p:cNvPr>
          <p:cNvGrpSpPr/>
          <p:nvPr/>
        </p:nvGrpSpPr>
        <p:grpSpPr>
          <a:xfrm>
            <a:off x="0" y="-205740"/>
            <a:ext cx="12192000" cy="137160"/>
            <a:chOff x="0" y="-205740"/>
            <a:chExt cx="12192000" cy="137160"/>
          </a:xfrm>
        </p:grpSpPr>
        <p:sp>
          <p:nvSpPr>
            <p:cNvPr id="12" name="btfpColumnGapBlocker261703">
              <a:extLst>
                <a:ext uri="{FF2B5EF4-FFF2-40B4-BE49-F238E27FC236}">
                  <a16:creationId xmlns:a16="http://schemas.microsoft.com/office/drawing/2014/main" id="{78B91D11-1D37-CABC-24EA-A28D6FE08FC0}"/>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btfpColumnGapBlocker465510">
              <a:extLst>
                <a:ext uri="{FF2B5EF4-FFF2-40B4-BE49-F238E27FC236}">
                  <a16:creationId xmlns:a16="http://schemas.microsoft.com/office/drawing/2014/main" id="{1A454D82-4314-0B11-A167-E48593692823}"/>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btfpColumnIndicator928029">
              <a:extLst>
                <a:ext uri="{FF2B5EF4-FFF2-40B4-BE49-F238E27FC236}">
                  <a16:creationId xmlns:a16="http://schemas.microsoft.com/office/drawing/2014/main" id="{882EFE6D-E775-CFB1-6F03-3D5841EC1750}"/>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 name="btfpColumnIndicator204560">
              <a:extLst>
                <a:ext uri="{FF2B5EF4-FFF2-40B4-BE49-F238E27FC236}">
                  <a16:creationId xmlns:a16="http://schemas.microsoft.com/office/drawing/2014/main" id="{88A8ED1D-EBB1-E5AA-DBD5-74C437E418C6}"/>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32720" cy="1371600"/>
          </a:xfrm>
          <a:prstGeom prst="rect">
            <a:avLst/>
          </a:prstGeom>
          <a:noFill/>
        </p:spPr>
        <p:txBody>
          <a:bodyPr wrap="square">
            <a:spAutoFit/>
          </a:bodyPr>
          <a:lstStyle/>
          <a:p>
            <a:pPr algn="l">
              <a:defRPr sz="4000" b="1">
                <a:solidFill>
                  <a:srgbClr val="FFFFFF"/>
                </a:solidFill>
                <a:latin typeface="Calibri"/>
              </a:defRPr>
            </a:pPr>
            <a:r>
              <a:t>AI in Biopharma: The Trillion-Dollar Blind Spot</a:t>
            </a:r>
          </a:p>
        </p:txBody>
      </p:sp>
      <p:sp>
        <p:nvSpPr>
          <p:cNvPr id="4" name="TextBox 3"/>
          <p:cNvSpPr txBox="1"/>
          <p:nvPr/>
        </p:nvSpPr>
        <p:spPr>
          <a:xfrm>
            <a:off x="914400" y="3566160"/>
            <a:ext cx="10332720" cy="1097280"/>
          </a:xfrm>
          <a:prstGeom prst="rect">
            <a:avLst/>
          </a:prstGeom>
          <a:noFill/>
        </p:spPr>
        <p:txBody>
          <a:bodyPr wrap="square">
            <a:spAutoFit/>
          </a:bodyPr>
          <a:lstStyle/>
          <a:p>
            <a:pPr algn="l">
              <a:defRPr sz="1800">
                <a:solidFill>
                  <a:srgbClr val="FFFFFF"/>
                </a:solidFill>
                <a:latin typeface="Calibri"/>
              </a:defRPr>
            </a:pPr>
            <a:r>
              <a:t>Why the most data-rich industry on earth is the least AI-native —</a:t>
            </a:r>
            <a:br/>
            <a:r>
              <a:t>and three unconventional plays to change the game</a:t>
            </a:r>
          </a:p>
        </p:txBody>
      </p:sp>
      <p:sp>
        <p:nvSpPr>
          <p:cNvPr id="5" name="TextBox 4"/>
          <p:cNvSpPr txBox="1"/>
          <p:nvPr/>
        </p:nvSpPr>
        <p:spPr>
          <a:xfrm>
            <a:off x="914400" y="5943600"/>
            <a:ext cx="5486400" cy="365760"/>
          </a:xfrm>
          <a:prstGeom prst="rect">
            <a:avLst/>
          </a:prstGeom>
          <a:noFill/>
        </p:spPr>
        <p:txBody>
          <a:bodyPr wrap="none">
            <a:spAutoFit/>
          </a:bodyPr>
          <a:lstStyle/>
          <a:p>
            <a:pPr>
              <a:defRPr sz="1100">
                <a:solidFill>
                  <a:srgbClr val="FFBDBD"/>
                </a:solidFill>
                <a:latin typeface="Calibri"/>
              </a:defRPr>
            </a:pPr>
            <a:r>
              <a:t>Bain &amp; Company  |  February 2026  |  Confidential</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btfpColumnIndicatorGroup2">
            <a:extLst>
              <a:ext uri="{FF2B5EF4-FFF2-40B4-BE49-F238E27FC236}">
                <a16:creationId xmlns:a16="http://schemas.microsoft.com/office/drawing/2014/main" id="{34CB9D70-4610-02EE-CAFA-90BDBBB04D2C}"/>
              </a:ext>
            </a:extLst>
          </p:cNvPr>
          <p:cNvGrpSpPr/>
          <p:nvPr/>
        </p:nvGrpSpPr>
        <p:grpSpPr>
          <a:xfrm>
            <a:off x="0" y="6926580"/>
            <a:ext cx="12192000" cy="137160"/>
            <a:chOff x="0" y="6926580"/>
            <a:chExt cx="12192000" cy="137160"/>
          </a:xfrm>
        </p:grpSpPr>
        <p:sp>
          <p:nvSpPr>
            <p:cNvPr id="15" name="btfpColumnGapBlocker215890">
              <a:extLst>
                <a:ext uri="{FF2B5EF4-FFF2-40B4-BE49-F238E27FC236}">
                  <a16:creationId xmlns:a16="http://schemas.microsoft.com/office/drawing/2014/main" id="{E80970D6-18ED-0089-9E2A-7DC121CE648F}"/>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btfpColumnGapBlocker523257">
              <a:extLst>
                <a:ext uri="{FF2B5EF4-FFF2-40B4-BE49-F238E27FC236}">
                  <a16:creationId xmlns:a16="http://schemas.microsoft.com/office/drawing/2014/main" id="{55056E0B-4451-56CC-FE86-CA5EE5BF6201}"/>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btfpColumnIndicator123062">
              <a:extLst>
                <a:ext uri="{FF2B5EF4-FFF2-40B4-BE49-F238E27FC236}">
                  <a16:creationId xmlns:a16="http://schemas.microsoft.com/office/drawing/2014/main" id="{B8575151-6B7E-7B53-D728-7A71AC1EDEC7}"/>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btfpColumnIndicator982318">
              <a:extLst>
                <a:ext uri="{FF2B5EF4-FFF2-40B4-BE49-F238E27FC236}">
                  <a16:creationId xmlns:a16="http://schemas.microsoft.com/office/drawing/2014/main" id="{12D26D1D-9A56-AED3-1C69-20C3624EACF6}"/>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6" name="btfpColumnIndicatorGroup1">
            <a:extLst>
              <a:ext uri="{FF2B5EF4-FFF2-40B4-BE49-F238E27FC236}">
                <a16:creationId xmlns:a16="http://schemas.microsoft.com/office/drawing/2014/main" id="{5710E267-7342-07E1-7557-8B2CAE72CF29}"/>
              </a:ext>
            </a:extLst>
          </p:cNvPr>
          <p:cNvGrpSpPr/>
          <p:nvPr/>
        </p:nvGrpSpPr>
        <p:grpSpPr>
          <a:xfrm>
            <a:off x="0" y="-205740"/>
            <a:ext cx="12192000" cy="137160"/>
            <a:chOff x="0" y="-205740"/>
            <a:chExt cx="12192000" cy="137160"/>
          </a:xfrm>
        </p:grpSpPr>
        <p:sp>
          <p:nvSpPr>
            <p:cNvPr id="14" name="btfpColumnGapBlocker594612">
              <a:extLst>
                <a:ext uri="{FF2B5EF4-FFF2-40B4-BE49-F238E27FC236}">
                  <a16:creationId xmlns:a16="http://schemas.microsoft.com/office/drawing/2014/main" id="{08A7FC46-2C24-0D1F-EE7C-B5C7E0C4EF52}"/>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322771">
              <a:extLst>
                <a:ext uri="{FF2B5EF4-FFF2-40B4-BE49-F238E27FC236}">
                  <a16:creationId xmlns:a16="http://schemas.microsoft.com/office/drawing/2014/main" id="{56961C07-30E4-BD6C-B114-6E6C2186ECCC}"/>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179319">
              <a:extLst>
                <a:ext uri="{FF2B5EF4-FFF2-40B4-BE49-F238E27FC236}">
                  <a16:creationId xmlns:a16="http://schemas.microsoft.com/office/drawing/2014/main" id="{5A238CC3-0ABD-37AC-50FE-F8E2122D28A9}"/>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266519">
              <a:extLst>
                <a:ext uri="{FF2B5EF4-FFF2-40B4-BE49-F238E27FC236}">
                  <a16:creationId xmlns:a16="http://schemas.microsoft.com/office/drawing/2014/main" id="{1CFC37FB-838C-ED96-5F95-F15D0BD6479C}"/>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The Provocation</a:t>
            </a:r>
          </a:p>
        </p:txBody>
      </p:sp>
      <p:sp>
        <p:nvSpPr>
          <p:cNvPr id="4" name="TextBox 3"/>
          <p:cNvSpPr txBox="1"/>
          <p:nvPr/>
        </p:nvSpPr>
        <p:spPr>
          <a:xfrm>
            <a:off x="640080" y="822960"/>
            <a:ext cx="10881360" cy="411480"/>
          </a:xfrm>
          <a:prstGeom prst="rect">
            <a:avLst/>
          </a:prstGeom>
          <a:noFill/>
        </p:spPr>
        <p:txBody>
          <a:bodyPr wrap="square">
            <a:spAutoFit/>
          </a:bodyPr>
          <a:lstStyle/>
          <a:p>
            <a:pPr>
              <a:defRPr sz="1300" i="1">
                <a:solidFill>
                  <a:srgbClr val="CC0000"/>
                </a:solidFill>
                <a:latin typeface="Calibri"/>
              </a:defRPr>
            </a:pPr>
            <a:r>
              <a:t>"Pharma has more data than any industry in the world. And less intelligence from it."</a:t>
            </a:r>
          </a:p>
        </p:txBody>
      </p:sp>
      <p:sp>
        <p:nvSpPr>
          <p:cNvPr id="5" name="TextBox 4"/>
          <p:cNvSpPr txBox="1"/>
          <p:nvPr/>
        </p:nvSpPr>
        <p:spPr>
          <a:xfrm>
            <a:off x="640080" y="1371600"/>
            <a:ext cx="10881360" cy="4754880"/>
          </a:xfrm>
          <a:prstGeom prst="rect">
            <a:avLst/>
          </a:prstGeom>
          <a:noFill/>
        </p:spPr>
        <p:txBody>
          <a:bodyPr wrap="square">
            <a:spAutoFit/>
          </a:bodyPr>
          <a:lstStyle/>
          <a:p>
            <a:pPr>
              <a:spcAft>
                <a:spcPts val="300"/>
              </a:spcAft>
              <a:defRPr sz="1200" b="0">
                <a:solidFill>
                  <a:srgbClr val="1A1A1A"/>
                </a:solidFill>
                <a:latin typeface="Calibri"/>
              </a:defRPr>
            </a:pPr>
            <a:r>
              <a:t>Pharma generates ~2 exabytes of clinical, genomic, and commercial data annually — yet fewer than 20% of enterprises have scaled AI in any meaningful way</a:t>
            </a:r>
          </a:p>
          <a:p>
            <a:pPr>
              <a:spcAft>
                <a:spcPts val="300"/>
              </a:spcAft>
              <a:defRPr sz="1200" b="0">
                <a:solidFill>
                  <a:srgbClr val="1A1A1A"/>
                </a:solidFill>
                <a:latin typeface="Calibri"/>
              </a:defRPr>
            </a:pPr>
            <a:r>
              <a:t>R&amp;D productivity has declined ~50% over the last decade; Eroom's Law persists despite $250B+ in annual R&amp;D spend globally</a:t>
            </a:r>
          </a:p>
          <a:p>
            <a:pPr>
              <a:spcAft>
                <a:spcPts val="300"/>
              </a:spcAft>
              <a:defRPr sz="1200" b="0">
                <a:solidFill>
                  <a:srgbClr val="1A1A1A"/>
                </a:solidFill>
                <a:latin typeface="Calibri"/>
              </a:defRPr>
            </a:pPr>
            <a:r>
              <a:t>The industry is trapped in what Bain calls the 'micro-productivity trap' — hundreds of disconnected pilots, impressive demos, zero enterprise value</a:t>
            </a:r>
          </a:p>
          <a:p>
            <a:pPr>
              <a:spcAft>
                <a:spcPts val="300"/>
              </a:spcAft>
              <a:defRPr sz="1200" b="0">
                <a:solidFill>
                  <a:srgbClr val="1A1A1A"/>
                </a:solidFill>
                <a:latin typeface="Calibri"/>
              </a:defRPr>
            </a:pPr>
            <a:r>
              <a:t>85% of providers believe AI will transform diagnosis/treatment in 3–5 years; 25% of ChatGPT users already submit healthcare questions weekly</a:t>
            </a:r>
          </a:p>
          <a:p>
            <a:pPr>
              <a:spcAft>
                <a:spcPts val="300"/>
              </a:spcAft>
              <a:defRPr sz="1200" b="0">
                <a:solidFill>
                  <a:srgbClr val="1A1A1A"/>
                </a:solidFill>
                <a:latin typeface="Calibri"/>
              </a:defRPr>
            </a:pPr>
            <a:r>
              <a:t>Utah has authorized AI to legally prescribe routine refills. OpenAI launched ChatGPT Health to analyze medical records.</a:t>
            </a:r>
          </a:p>
          <a:p>
            <a:pPr>
              <a:spcAft>
                <a:spcPts val="300"/>
              </a:spcAft>
              <a:defRPr sz="1200" b="0">
                <a:solidFill>
                  <a:srgbClr val="1A1A1A"/>
                </a:solidFill>
                <a:latin typeface="Calibri"/>
              </a:defRPr>
            </a:pPr>
            <a:endParaRPr/>
          </a:p>
          <a:p>
            <a:pPr>
              <a:spcAft>
                <a:spcPts val="300"/>
              </a:spcAft>
              <a:defRPr sz="1300" b="1">
                <a:solidFill>
                  <a:srgbClr val="CC0000"/>
                </a:solidFill>
                <a:latin typeface="Calibri"/>
              </a:defRPr>
            </a:pPr>
            <a:r>
              <a:t>The dire truth: While pharma debates governance frameworks and runs chatbot pilots, tech-native insurgents are building the capabilities that will disintermediate incumbents across the entire value chain.</a:t>
            </a:r>
          </a:p>
        </p:txBody>
      </p:sp>
      <p:sp>
        <p:nvSpPr>
          <p:cNvPr id="6" name="TextBox 5"/>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7" name="TextBox 6"/>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2</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btfpColumnIndicatorGroup2">
            <a:extLst>
              <a:ext uri="{FF2B5EF4-FFF2-40B4-BE49-F238E27FC236}">
                <a16:creationId xmlns:a16="http://schemas.microsoft.com/office/drawing/2014/main" id="{F164C6A9-55FE-BEFF-FA82-40742A980FF6}"/>
              </a:ext>
            </a:extLst>
          </p:cNvPr>
          <p:cNvGrpSpPr/>
          <p:nvPr/>
        </p:nvGrpSpPr>
        <p:grpSpPr>
          <a:xfrm>
            <a:off x="0" y="6926580"/>
            <a:ext cx="12192000" cy="137160"/>
            <a:chOff x="0" y="6926580"/>
            <a:chExt cx="12192000" cy="137160"/>
          </a:xfrm>
        </p:grpSpPr>
        <p:sp>
          <p:nvSpPr>
            <p:cNvPr id="14" name="btfpColumnGapBlocker683328">
              <a:extLst>
                <a:ext uri="{FF2B5EF4-FFF2-40B4-BE49-F238E27FC236}">
                  <a16:creationId xmlns:a16="http://schemas.microsoft.com/office/drawing/2014/main" id="{D501406E-3B47-7F97-4644-594F8639912E}"/>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864915">
              <a:extLst>
                <a:ext uri="{FF2B5EF4-FFF2-40B4-BE49-F238E27FC236}">
                  <a16:creationId xmlns:a16="http://schemas.microsoft.com/office/drawing/2014/main" id="{C3F226FA-B5D2-818A-D147-2CC0DDFB8758}"/>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717494">
              <a:extLst>
                <a:ext uri="{FF2B5EF4-FFF2-40B4-BE49-F238E27FC236}">
                  <a16:creationId xmlns:a16="http://schemas.microsoft.com/office/drawing/2014/main" id="{34595177-EA56-2878-43A9-2A7C86AE367C}"/>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427093">
              <a:extLst>
                <a:ext uri="{FF2B5EF4-FFF2-40B4-BE49-F238E27FC236}">
                  <a16:creationId xmlns:a16="http://schemas.microsoft.com/office/drawing/2014/main" id="{1AB10147-668C-B3B0-B495-96B6DC9A3FA1}"/>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5" name="btfpColumnIndicatorGroup1">
            <a:extLst>
              <a:ext uri="{FF2B5EF4-FFF2-40B4-BE49-F238E27FC236}">
                <a16:creationId xmlns:a16="http://schemas.microsoft.com/office/drawing/2014/main" id="{76D8B6CA-3B0E-B4F3-028D-53D97032A8F0}"/>
              </a:ext>
            </a:extLst>
          </p:cNvPr>
          <p:cNvGrpSpPr/>
          <p:nvPr/>
        </p:nvGrpSpPr>
        <p:grpSpPr>
          <a:xfrm>
            <a:off x="0" y="-205740"/>
            <a:ext cx="12192000" cy="137160"/>
            <a:chOff x="0" y="-205740"/>
            <a:chExt cx="12192000" cy="137160"/>
          </a:xfrm>
        </p:grpSpPr>
        <p:sp>
          <p:nvSpPr>
            <p:cNvPr id="13" name="btfpColumnGapBlocker363991">
              <a:extLst>
                <a:ext uri="{FF2B5EF4-FFF2-40B4-BE49-F238E27FC236}">
                  <a16:creationId xmlns:a16="http://schemas.microsoft.com/office/drawing/2014/main" id="{5DBB5ABD-6119-7BEC-BA64-4CC449D7711E}"/>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btfpColumnGapBlocker279934">
              <a:extLst>
                <a:ext uri="{FF2B5EF4-FFF2-40B4-BE49-F238E27FC236}">
                  <a16:creationId xmlns:a16="http://schemas.microsoft.com/office/drawing/2014/main" id="{FDDF4A81-258D-F842-656D-B96D93D3DFC8}"/>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btfpColumnIndicator996183">
              <a:extLst>
                <a:ext uri="{FF2B5EF4-FFF2-40B4-BE49-F238E27FC236}">
                  <a16:creationId xmlns:a16="http://schemas.microsoft.com/office/drawing/2014/main" id="{46A8289B-79D8-BC04-6BB1-ECCEA39EA665}"/>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 name="btfpColumnIndicator958954">
              <a:extLst>
                <a:ext uri="{FF2B5EF4-FFF2-40B4-BE49-F238E27FC236}">
                  <a16:creationId xmlns:a16="http://schemas.microsoft.com/office/drawing/2014/main" id="{CB660EE0-20FE-7A29-964B-A75AB033ECCA}"/>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The Diagnosis: Three Root Causes of Pharma's AI Paralysis</a:t>
            </a:r>
          </a:p>
        </p:txBody>
      </p:sp>
      <p:graphicFrame>
        <p:nvGraphicFramePr>
          <p:cNvPr id="4" name="Table 3"/>
          <p:cNvGraphicFramePr>
            <a:graphicFrameLocks noGrp="1"/>
          </p:cNvGraphicFramePr>
          <p:nvPr/>
        </p:nvGraphicFramePr>
        <p:xfrm>
          <a:off x="640080" y="1188720"/>
          <a:ext cx="10881360" cy="493776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1234440">
                <a:tc>
                  <a:txBody>
                    <a:bodyPr/>
                    <a:lstStyle/>
                    <a:p>
                      <a:pPr algn="l">
                        <a:defRPr sz="900" b="1">
                          <a:solidFill>
                            <a:srgbClr val="FFFFFF"/>
                          </a:solidFill>
                          <a:latin typeface="Calibri"/>
                        </a:defRPr>
                      </a:pPr>
                      <a:r>
                        <a:t>Root Cause</a:t>
                      </a:r>
                    </a:p>
                  </a:txBody>
                  <a:tcPr anchor="ctr">
                    <a:solidFill>
                      <a:srgbClr val="CC0000"/>
                    </a:solidFill>
                  </a:tcPr>
                </a:tc>
                <a:tc>
                  <a:txBody>
                    <a:bodyPr/>
                    <a:lstStyle/>
                    <a:p>
                      <a:pPr algn="l">
                        <a:defRPr sz="900" b="1">
                          <a:solidFill>
                            <a:srgbClr val="FFFFFF"/>
                          </a:solidFill>
                          <a:latin typeface="Calibri"/>
                        </a:defRPr>
                      </a:pPr>
                      <a:r>
                        <a:t>What We See</a:t>
                      </a:r>
                    </a:p>
                  </a:txBody>
                  <a:tcPr anchor="ctr">
                    <a:solidFill>
                      <a:srgbClr val="CC0000"/>
                    </a:solidFill>
                  </a:tcPr>
                </a:tc>
                <a:tc>
                  <a:txBody>
                    <a:bodyPr/>
                    <a:lstStyle/>
                    <a:p>
                      <a:pPr algn="l">
                        <a:defRPr sz="900" b="1">
                          <a:solidFill>
                            <a:srgbClr val="FFFFFF"/>
                          </a:solidFill>
                          <a:latin typeface="Calibri"/>
                        </a:defRPr>
                      </a:pPr>
                      <a:r>
                        <a:t>Why It Matters</a:t>
                      </a:r>
                    </a:p>
                  </a:txBody>
                  <a:tcPr anchor="ctr">
                    <a:solidFill>
                      <a:srgbClr val="CC0000"/>
                    </a:solidFill>
                  </a:tcPr>
                </a:tc>
                <a:extLst>
                  <a:ext uri="{0D108BD9-81ED-4DB2-BD59-A6C34878D82A}">
                    <a16:rowId xmlns:a16="http://schemas.microsoft.com/office/drawing/2014/main" val="10000"/>
                  </a:ext>
                </a:extLst>
              </a:tr>
              <a:tr h="1234440">
                <a:tc>
                  <a:txBody>
                    <a:bodyPr/>
                    <a:lstStyle/>
                    <a:p>
                      <a:pPr algn="l">
                        <a:defRPr sz="900" b="0">
                          <a:solidFill>
                            <a:srgbClr val="1A1A1A"/>
                          </a:solidFill>
                          <a:latin typeface="Calibri"/>
                        </a:defRPr>
                      </a:pPr>
                      <a:r>
                        <a:t>1. AI treated as IT project,</a:t>
                      </a:r>
                      <a:br/>
                      <a:r>
                        <a:t>not business transformation</a:t>
                      </a:r>
                    </a:p>
                  </a:txBody>
                  <a:tcPr anchor="ctr"/>
                </a:tc>
                <a:tc>
                  <a:txBody>
                    <a:bodyPr/>
                    <a:lstStyle/>
                    <a:p>
                      <a:pPr algn="l">
                        <a:defRPr sz="900" b="0">
                          <a:solidFill>
                            <a:srgbClr val="1A1A1A"/>
                          </a:solidFill>
                          <a:latin typeface="Calibri"/>
                        </a:defRPr>
                      </a:pPr>
                      <a:r>
                        <a:t>CIOs adopt 'wait and see'; CDOs funded without P&amp;L ownership; grassroots experimentation fragments into silos</a:t>
                      </a:r>
                    </a:p>
                  </a:txBody>
                  <a:tcPr anchor="ctr"/>
                </a:tc>
                <a:tc>
                  <a:txBody>
                    <a:bodyPr/>
                    <a:lstStyle/>
                    <a:p>
                      <a:pPr algn="l">
                        <a:defRPr sz="900" b="0">
                          <a:solidFill>
                            <a:srgbClr val="1A1A1A"/>
                          </a:solidFill>
                          <a:latin typeface="Calibri"/>
                        </a:defRPr>
                      </a:pPr>
                      <a:r>
                        <a:t>Winners achieving 10–25% EBIT improvement through zero-based process redesign; laggards automate individual tasks and return to status quo</a:t>
                      </a:r>
                    </a:p>
                  </a:txBody>
                  <a:tcPr anchor="ctr"/>
                </a:tc>
                <a:extLst>
                  <a:ext uri="{0D108BD9-81ED-4DB2-BD59-A6C34878D82A}">
                    <a16:rowId xmlns:a16="http://schemas.microsoft.com/office/drawing/2014/main" val="10001"/>
                  </a:ext>
                </a:extLst>
              </a:tr>
              <a:tr h="1234440">
                <a:tc>
                  <a:txBody>
                    <a:bodyPr/>
                    <a:lstStyle/>
                    <a:p>
                      <a:pPr algn="l">
                        <a:defRPr sz="900" b="0">
                          <a:solidFill>
                            <a:srgbClr val="1A1A1A"/>
                          </a:solidFill>
                          <a:latin typeface="Calibri"/>
                        </a:defRPr>
                      </a:pPr>
                      <a:r>
                        <a:t>2. Data without meaning:</a:t>
                      </a:r>
                      <a:br/>
                      <a:r>
                        <a:t>no semantic layer</a:t>
                      </a:r>
                    </a:p>
                  </a:txBody>
                  <a:tcPr anchor="ctr">
                    <a:solidFill>
                      <a:srgbClr val="FAFAFA"/>
                    </a:solidFill>
                  </a:tcPr>
                </a:tc>
                <a:tc>
                  <a:txBody>
                    <a:bodyPr/>
                    <a:lstStyle/>
                    <a:p>
                      <a:pPr algn="l">
                        <a:defRPr sz="900" b="0">
                          <a:solidFill>
                            <a:srgbClr val="1A1A1A"/>
                          </a:solidFill>
                          <a:latin typeface="Calibri"/>
                        </a:defRPr>
                      </a:pPr>
                      <a:r>
                        <a:t>Massive data lakes, but no governed business definitions; every function defines 'revenue,' 'patient,' 'signal' differently; AI agents hallucinate meaning</a:t>
                      </a:r>
                    </a:p>
                  </a:txBody>
                  <a:tcPr anchor="ctr">
                    <a:solidFill>
                      <a:srgbClr val="FAFAFA"/>
                    </a:solidFill>
                  </a:tcPr>
                </a:tc>
                <a:tc>
                  <a:txBody>
                    <a:bodyPr/>
                    <a:lstStyle/>
                    <a:p>
                      <a:pPr algn="l">
                        <a:defRPr sz="900" b="0">
                          <a:solidFill>
                            <a:srgbClr val="1A1A1A"/>
                          </a:solidFill>
                          <a:latin typeface="Calibri"/>
                        </a:defRPr>
                      </a:pPr>
                      <a:r>
                        <a:t>AI produces confident but wrong answers (context poisoning); trust erodes before value materializes; different agents give different answers to the same question</a:t>
                      </a:r>
                    </a:p>
                  </a:txBody>
                  <a:tcPr anchor="ctr">
                    <a:solidFill>
                      <a:srgbClr val="FAFAFA"/>
                    </a:solidFill>
                  </a:tcPr>
                </a:tc>
                <a:extLst>
                  <a:ext uri="{0D108BD9-81ED-4DB2-BD59-A6C34878D82A}">
                    <a16:rowId xmlns:a16="http://schemas.microsoft.com/office/drawing/2014/main" val="10002"/>
                  </a:ext>
                </a:extLst>
              </a:tr>
              <a:tr h="1234440">
                <a:tc>
                  <a:txBody>
                    <a:bodyPr/>
                    <a:lstStyle/>
                    <a:p>
                      <a:pPr algn="l">
                        <a:defRPr sz="900" b="0">
                          <a:solidFill>
                            <a:srgbClr val="1A1A1A"/>
                          </a:solidFill>
                          <a:latin typeface="Calibri"/>
                        </a:defRPr>
                      </a:pPr>
                      <a:r>
                        <a:t>3. Value chain fragmentation:</a:t>
                      </a:r>
                      <a:br/>
                      <a:r>
                        <a:t>kingdoms, not an enterprise</a:t>
                      </a:r>
                    </a:p>
                  </a:txBody>
                  <a:tcPr anchor="ctr"/>
                </a:tc>
                <a:tc>
                  <a:txBody>
                    <a:bodyPr/>
                    <a:lstStyle/>
                    <a:p>
                      <a:pPr algn="l">
                        <a:defRPr sz="900" b="0">
                          <a:solidFill>
                            <a:srgbClr val="1A1A1A"/>
                          </a:solidFill>
                          <a:latin typeface="Calibri"/>
                        </a:defRPr>
                      </a:pPr>
                      <a:r>
                        <a:t>R&amp;D, Manufacturing, Commercial, and Medical Affairs operate disconnected AI agendas; ~80% of ERP transformations miss goals</a:t>
                      </a:r>
                    </a:p>
                  </a:txBody>
                  <a:tcPr anchor="ctr"/>
                </a:tc>
                <a:tc>
                  <a:txBody>
                    <a:bodyPr/>
                    <a:lstStyle/>
                    <a:p>
                      <a:pPr algn="l">
                        <a:defRPr sz="900" b="0">
                          <a:solidFill>
                            <a:srgbClr val="1A1A1A"/>
                          </a:solidFill>
                          <a:latin typeface="Calibri"/>
                        </a:defRPr>
                      </a:pPr>
                      <a:r>
                        <a:t>No end-to-end AI architecture; cross-functional use cases (evidence → launch → commercial) remain unrealized; duplication of work across assets and TAs</a:t>
                      </a:r>
                    </a:p>
                  </a:txBody>
                  <a:tcPr anchor="ctr"/>
                </a:tc>
                <a:extLst>
                  <a:ext uri="{0D108BD9-81ED-4DB2-BD59-A6C34878D82A}">
                    <a16:rowId xmlns:a16="http://schemas.microsoft.com/office/drawing/2014/main" val="10003"/>
                  </a:ext>
                </a:extLst>
              </a:tr>
            </a:tbl>
          </a:graphicData>
        </a:graphic>
      </p:graphicFrame>
      <p:sp>
        <p:nvSpPr>
          <p:cNvPr id="5" name="TextBox 4"/>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6" name="TextBox 5"/>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3</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btfpColumnIndicatorGroup2">
            <a:extLst>
              <a:ext uri="{FF2B5EF4-FFF2-40B4-BE49-F238E27FC236}">
                <a16:creationId xmlns:a16="http://schemas.microsoft.com/office/drawing/2014/main" id="{E1912973-72A7-1823-E150-5562DD5DF654}"/>
              </a:ext>
            </a:extLst>
          </p:cNvPr>
          <p:cNvGrpSpPr/>
          <p:nvPr/>
        </p:nvGrpSpPr>
        <p:grpSpPr>
          <a:xfrm>
            <a:off x="0" y="6926580"/>
            <a:ext cx="12192000" cy="137160"/>
            <a:chOff x="0" y="6926580"/>
            <a:chExt cx="12192000" cy="137160"/>
          </a:xfrm>
        </p:grpSpPr>
        <p:sp>
          <p:nvSpPr>
            <p:cNvPr id="15" name="btfpColumnGapBlocker978132">
              <a:extLst>
                <a:ext uri="{FF2B5EF4-FFF2-40B4-BE49-F238E27FC236}">
                  <a16:creationId xmlns:a16="http://schemas.microsoft.com/office/drawing/2014/main" id="{DD9D4072-F3CD-A184-046C-B4F4B3081FE3}"/>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btfpColumnGapBlocker272839">
              <a:extLst>
                <a:ext uri="{FF2B5EF4-FFF2-40B4-BE49-F238E27FC236}">
                  <a16:creationId xmlns:a16="http://schemas.microsoft.com/office/drawing/2014/main" id="{2368A231-F9D2-E86C-F23F-955BD96264FA}"/>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btfpColumnIndicator516188">
              <a:extLst>
                <a:ext uri="{FF2B5EF4-FFF2-40B4-BE49-F238E27FC236}">
                  <a16:creationId xmlns:a16="http://schemas.microsoft.com/office/drawing/2014/main" id="{CD17A4CB-9265-BBF6-C8FD-75F795DDFBF2}"/>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btfpColumnIndicator777851">
              <a:extLst>
                <a:ext uri="{FF2B5EF4-FFF2-40B4-BE49-F238E27FC236}">
                  <a16:creationId xmlns:a16="http://schemas.microsoft.com/office/drawing/2014/main" id="{7FB6946B-13ED-BCA5-1B69-4CEADC6F1325}"/>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6" name="btfpColumnIndicatorGroup1">
            <a:extLst>
              <a:ext uri="{FF2B5EF4-FFF2-40B4-BE49-F238E27FC236}">
                <a16:creationId xmlns:a16="http://schemas.microsoft.com/office/drawing/2014/main" id="{876DBE2F-A650-984F-6141-6D5E55D1B3BD}"/>
              </a:ext>
            </a:extLst>
          </p:cNvPr>
          <p:cNvGrpSpPr/>
          <p:nvPr/>
        </p:nvGrpSpPr>
        <p:grpSpPr>
          <a:xfrm>
            <a:off x="0" y="-205740"/>
            <a:ext cx="12192000" cy="137160"/>
            <a:chOff x="0" y="-205740"/>
            <a:chExt cx="12192000" cy="137160"/>
          </a:xfrm>
        </p:grpSpPr>
        <p:sp>
          <p:nvSpPr>
            <p:cNvPr id="14" name="btfpColumnGapBlocker827666">
              <a:extLst>
                <a:ext uri="{FF2B5EF4-FFF2-40B4-BE49-F238E27FC236}">
                  <a16:creationId xmlns:a16="http://schemas.microsoft.com/office/drawing/2014/main" id="{38C2021E-C9AB-CDD1-8261-DAA742535781}"/>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393228">
              <a:extLst>
                <a:ext uri="{FF2B5EF4-FFF2-40B4-BE49-F238E27FC236}">
                  <a16:creationId xmlns:a16="http://schemas.microsoft.com/office/drawing/2014/main" id="{9EF18D0B-BE18-D9D0-7352-DED50EE0D5CE}"/>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496000">
              <a:extLst>
                <a:ext uri="{FF2B5EF4-FFF2-40B4-BE49-F238E27FC236}">
                  <a16:creationId xmlns:a16="http://schemas.microsoft.com/office/drawing/2014/main" id="{1C108779-D8D7-FAE9-5DBE-EA9DC1238241}"/>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222653">
              <a:extLst>
                <a:ext uri="{FF2B5EF4-FFF2-40B4-BE49-F238E27FC236}">
                  <a16:creationId xmlns:a16="http://schemas.microsoft.com/office/drawing/2014/main" id="{71C0F163-7C4C-3FCF-6DCF-D3F663857DD9}"/>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Where Pharma AI Spending Goes Today</a:t>
            </a:r>
          </a:p>
        </p:txBody>
      </p:sp>
      <p:sp>
        <p:nvSpPr>
          <p:cNvPr id="4" name="TextBox 3"/>
          <p:cNvSpPr txBox="1"/>
          <p:nvPr/>
        </p:nvSpPr>
        <p:spPr>
          <a:xfrm>
            <a:off x="640080" y="822960"/>
            <a:ext cx="10881360" cy="411480"/>
          </a:xfrm>
          <a:prstGeom prst="rect">
            <a:avLst/>
          </a:prstGeom>
          <a:noFill/>
        </p:spPr>
        <p:txBody>
          <a:bodyPr wrap="square">
            <a:spAutoFit/>
          </a:bodyPr>
          <a:lstStyle/>
          <a:p>
            <a:pPr>
              <a:defRPr sz="1300" i="1">
                <a:solidFill>
                  <a:srgbClr val="CC0000"/>
                </a:solidFill>
                <a:latin typeface="Calibri"/>
              </a:defRPr>
            </a:pPr>
            <a:r>
              <a:t>"A thousand points of light, none bright enough to see by"</a:t>
            </a:r>
          </a:p>
        </p:txBody>
      </p:sp>
      <p:sp>
        <p:nvSpPr>
          <p:cNvPr id="5" name="TextBox 4"/>
          <p:cNvSpPr txBox="1"/>
          <p:nvPr/>
        </p:nvSpPr>
        <p:spPr>
          <a:xfrm>
            <a:off x="640080" y="1371600"/>
            <a:ext cx="10881360" cy="4754880"/>
          </a:xfrm>
          <a:prstGeom prst="rect">
            <a:avLst/>
          </a:prstGeom>
          <a:noFill/>
        </p:spPr>
        <p:txBody>
          <a:bodyPr wrap="square">
            <a:spAutoFit/>
          </a:bodyPr>
          <a:lstStyle/>
          <a:p>
            <a:pPr>
              <a:spcAft>
                <a:spcPts val="300"/>
              </a:spcAft>
              <a:defRPr sz="1200" b="0">
                <a:solidFill>
                  <a:srgbClr val="1A1A1A"/>
                </a:solidFill>
                <a:latin typeface="Calibri"/>
              </a:defRPr>
            </a:pPr>
            <a:r>
              <a:t>70%+ of pharma AI investment goes to: copilots for search/summarization, literature reviews, chatbot prototypes</a:t>
            </a:r>
          </a:p>
          <a:p>
            <a:pPr>
              <a:spcAft>
                <a:spcPts val="300"/>
              </a:spcAft>
              <a:defRPr sz="1200" b="0">
                <a:solidFill>
                  <a:srgbClr val="1A1A1A"/>
                </a:solidFill>
                <a:latin typeface="Calibri"/>
              </a:defRPr>
            </a:pPr>
            <a:r>
              <a:t>&lt;10% goes to process redesign, operating model change, or value-chain-spanning systems</a:t>
            </a:r>
          </a:p>
          <a:p>
            <a:pPr>
              <a:spcAft>
                <a:spcPts val="300"/>
              </a:spcAft>
              <a:defRPr sz="1200" b="0">
                <a:solidFill>
                  <a:srgbClr val="1A1A1A"/>
                </a:solidFill>
                <a:latin typeface="Calibri"/>
              </a:defRPr>
            </a:pPr>
            <a:r>
              <a:t>Result: Localized 5–10% efficiency gains that never scale beyond the pilot team</a:t>
            </a:r>
          </a:p>
          <a:p>
            <a:pPr>
              <a:spcAft>
                <a:spcPts val="300"/>
              </a:spcAft>
              <a:defRPr sz="1000" b="0">
                <a:solidFill>
                  <a:srgbClr val="1A1A1A"/>
                </a:solidFill>
                <a:latin typeface="Calibri"/>
              </a:defRPr>
            </a:pPr>
            <a:endParaRPr/>
          </a:p>
          <a:p>
            <a:pPr>
              <a:spcAft>
                <a:spcPts val="300"/>
              </a:spcAft>
              <a:defRPr sz="1300" b="1">
                <a:solidFill>
                  <a:srgbClr val="CC0000"/>
                </a:solidFill>
                <a:latin typeface="Calibri"/>
              </a:defRPr>
            </a:pPr>
            <a:r>
              <a:t>The comparison:</a:t>
            </a:r>
          </a:p>
          <a:p>
            <a:pPr lvl="1">
              <a:spcAft>
                <a:spcPts val="300"/>
              </a:spcAft>
              <a:defRPr sz="1100" b="0">
                <a:solidFill>
                  <a:srgbClr val="666666"/>
                </a:solidFill>
                <a:latin typeface="Calibri"/>
              </a:defRPr>
            </a:pPr>
            <a:r>
              <a:t>Banking: One bank turned customer insight → campaign from 60–100 days to 1 day; 40 employees and 10 handoffs reduced to 4–5 with zero handoffs</a:t>
            </a:r>
          </a:p>
          <a:p>
            <a:pPr lvl="1">
              <a:spcAft>
                <a:spcPts val="300"/>
              </a:spcAft>
              <a:defRPr sz="1100" b="0">
                <a:solidFill>
                  <a:srgbClr val="666666"/>
                </a:solidFill>
                <a:latin typeface="Calibri"/>
              </a:defRPr>
            </a:pPr>
            <a:r>
              <a:t>Automotive: OEMs that act on AI-first sales face up to 20% top-line increase; laggards risk losing 15%</a:t>
            </a:r>
          </a:p>
          <a:p>
            <a:pPr lvl="1">
              <a:spcAft>
                <a:spcPts val="300"/>
              </a:spcAft>
              <a:defRPr sz="1100" b="0">
                <a:solidFill>
                  <a:srgbClr val="666666"/>
                </a:solidFill>
                <a:latin typeface="Calibri"/>
              </a:defRPr>
            </a:pPr>
            <a:r>
              <a:t>Pharma: Average 1.5:1 ROI on pilot use cases; no scaled transformations in the public domain</a:t>
            </a:r>
          </a:p>
          <a:p>
            <a:pPr>
              <a:spcAft>
                <a:spcPts val="300"/>
              </a:spcAft>
              <a:defRPr sz="1000" b="0">
                <a:solidFill>
                  <a:srgbClr val="1A1A1A"/>
                </a:solidFill>
                <a:latin typeface="Calibri"/>
              </a:defRPr>
            </a:pPr>
            <a:endParaRPr/>
          </a:p>
          <a:p>
            <a:pPr>
              <a:spcAft>
                <a:spcPts val="300"/>
              </a:spcAft>
              <a:defRPr sz="1300" b="1">
                <a:solidFill>
                  <a:srgbClr val="CC0000"/>
                </a:solidFill>
                <a:latin typeface="Calibri"/>
              </a:defRPr>
            </a:pPr>
            <a:r>
              <a:t>The wake-up call:</a:t>
            </a:r>
          </a:p>
          <a:p>
            <a:pPr>
              <a:spcAft>
                <a:spcPts val="300"/>
              </a:spcAft>
              <a:defRPr sz="1200" b="0">
                <a:solidFill>
                  <a:srgbClr val="1A1A1A"/>
                </a:solidFill>
                <a:latin typeface="Calibri"/>
              </a:defRPr>
            </a:pPr>
            <a:r>
              <a:t>AI at the point of care is already here. If pharma evidence is not discoverable, interpretable, and citable by AI tools, it will be deprioritized or absent in AI-driven clinical decisions. Not engaging risks your evidence being misinterpreted, deprioritized, or absent.</a:t>
            </a:r>
          </a:p>
        </p:txBody>
      </p:sp>
      <p:sp>
        <p:nvSpPr>
          <p:cNvPr id="6" name="TextBox 5"/>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7" name="TextBox 6"/>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4</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btfpColumnIndicatorGroup2">
            <a:extLst>
              <a:ext uri="{FF2B5EF4-FFF2-40B4-BE49-F238E27FC236}">
                <a16:creationId xmlns:a16="http://schemas.microsoft.com/office/drawing/2014/main" id="{82EB0E44-507B-0124-41D2-4896D039FFA5}"/>
              </a:ext>
            </a:extLst>
          </p:cNvPr>
          <p:cNvGrpSpPr/>
          <p:nvPr/>
        </p:nvGrpSpPr>
        <p:grpSpPr>
          <a:xfrm>
            <a:off x="0" y="6926580"/>
            <a:ext cx="12192000" cy="137160"/>
            <a:chOff x="0" y="6926580"/>
            <a:chExt cx="12192000" cy="137160"/>
          </a:xfrm>
        </p:grpSpPr>
        <p:sp>
          <p:nvSpPr>
            <p:cNvPr id="15" name="btfpColumnGapBlocker851533">
              <a:extLst>
                <a:ext uri="{FF2B5EF4-FFF2-40B4-BE49-F238E27FC236}">
                  <a16:creationId xmlns:a16="http://schemas.microsoft.com/office/drawing/2014/main" id="{80421BC7-2958-8A7E-A622-00A3F4CF29DD}"/>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btfpColumnGapBlocker234463">
              <a:extLst>
                <a:ext uri="{FF2B5EF4-FFF2-40B4-BE49-F238E27FC236}">
                  <a16:creationId xmlns:a16="http://schemas.microsoft.com/office/drawing/2014/main" id="{B64ADADF-2661-601D-DAA0-710BE1CB67CC}"/>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btfpColumnIndicator308400">
              <a:extLst>
                <a:ext uri="{FF2B5EF4-FFF2-40B4-BE49-F238E27FC236}">
                  <a16:creationId xmlns:a16="http://schemas.microsoft.com/office/drawing/2014/main" id="{25AE1D74-BD5D-3A96-DD2A-2B9EA1B11CA4}"/>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btfpColumnIndicator953272">
              <a:extLst>
                <a:ext uri="{FF2B5EF4-FFF2-40B4-BE49-F238E27FC236}">
                  <a16:creationId xmlns:a16="http://schemas.microsoft.com/office/drawing/2014/main" id="{3BC0718E-D436-0980-1F59-075243577EF1}"/>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6" name="btfpColumnIndicatorGroup1">
            <a:extLst>
              <a:ext uri="{FF2B5EF4-FFF2-40B4-BE49-F238E27FC236}">
                <a16:creationId xmlns:a16="http://schemas.microsoft.com/office/drawing/2014/main" id="{9F3B7BBA-389B-4314-764D-CD6FEF0FE43B}"/>
              </a:ext>
            </a:extLst>
          </p:cNvPr>
          <p:cNvGrpSpPr/>
          <p:nvPr/>
        </p:nvGrpSpPr>
        <p:grpSpPr>
          <a:xfrm>
            <a:off x="0" y="-205740"/>
            <a:ext cx="12192000" cy="137160"/>
            <a:chOff x="0" y="-205740"/>
            <a:chExt cx="12192000" cy="137160"/>
          </a:xfrm>
        </p:grpSpPr>
        <p:sp>
          <p:nvSpPr>
            <p:cNvPr id="14" name="btfpColumnGapBlocker317299">
              <a:extLst>
                <a:ext uri="{FF2B5EF4-FFF2-40B4-BE49-F238E27FC236}">
                  <a16:creationId xmlns:a16="http://schemas.microsoft.com/office/drawing/2014/main" id="{B2C3CC55-7A4E-6F91-EAD3-46E3E5F0EDDF}"/>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410403">
              <a:extLst>
                <a:ext uri="{FF2B5EF4-FFF2-40B4-BE49-F238E27FC236}">
                  <a16:creationId xmlns:a16="http://schemas.microsoft.com/office/drawing/2014/main" id="{520F0375-7F4D-F9FD-04AC-C82C68437A9D}"/>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567025">
              <a:extLst>
                <a:ext uri="{FF2B5EF4-FFF2-40B4-BE49-F238E27FC236}">
                  <a16:creationId xmlns:a16="http://schemas.microsoft.com/office/drawing/2014/main" id="{A0318EFB-2F42-BC5C-FFDF-5896324CAEE9}"/>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933031">
              <a:extLst>
                <a:ext uri="{FF2B5EF4-FFF2-40B4-BE49-F238E27FC236}">
                  <a16:creationId xmlns:a16="http://schemas.microsoft.com/office/drawing/2014/main" id="{4F9D459A-1EBE-3D8D-3F0A-AF31EEA3313F}"/>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The Industry Is Missing the Structural Shift</a:t>
            </a:r>
          </a:p>
        </p:txBody>
      </p:sp>
      <p:sp>
        <p:nvSpPr>
          <p:cNvPr id="4" name="TextBox 3"/>
          <p:cNvSpPr txBox="1"/>
          <p:nvPr/>
        </p:nvSpPr>
        <p:spPr>
          <a:xfrm>
            <a:off x="640080" y="822960"/>
            <a:ext cx="10881360" cy="411480"/>
          </a:xfrm>
          <a:prstGeom prst="rect">
            <a:avLst/>
          </a:prstGeom>
          <a:noFill/>
        </p:spPr>
        <p:txBody>
          <a:bodyPr wrap="square">
            <a:spAutoFit/>
          </a:bodyPr>
          <a:lstStyle/>
          <a:p>
            <a:pPr>
              <a:defRPr sz="1300" i="1">
                <a:solidFill>
                  <a:srgbClr val="CC0000"/>
                </a:solidFill>
                <a:latin typeface="Calibri"/>
              </a:defRPr>
            </a:pPr>
            <a:r>
              <a:t>"Point of care decision-making is being reshaped by AI — and pharma isn’t in the room"</a:t>
            </a:r>
          </a:p>
        </p:txBody>
      </p:sp>
      <p:sp>
        <p:nvSpPr>
          <p:cNvPr id="5" name="TextBox 4"/>
          <p:cNvSpPr txBox="1"/>
          <p:nvPr/>
        </p:nvSpPr>
        <p:spPr>
          <a:xfrm>
            <a:off x="640080" y="1371600"/>
            <a:ext cx="10881360" cy="4754880"/>
          </a:xfrm>
          <a:prstGeom prst="rect">
            <a:avLst/>
          </a:prstGeom>
          <a:noFill/>
        </p:spPr>
        <p:txBody>
          <a:bodyPr wrap="square">
            <a:spAutoFit/>
          </a:bodyPr>
          <a:lstStyle/>
          <a:p>
            <a:pPr>
              <a:spcAft>
                <a:spcPts val="300"/>
              </a:spcAft>
              <a:defRPr sz="1300" b="1">
                <a:solidFill>
                  <a:srgbClr val="1A1A1A"/>
                </a:solidFill>
                <a:latin typeface="Calibri"/>
              </a:defRPr>
            </a:pPr>
            <a:r>
              <a:t>AI is not a tool pharma uses. AI is becoming the medium through which treatment decisions are made.</a:t>
            </a:r>
          </a:p>
          <a:p>
            <a:pPr>
              <a:spcAft>
                <a:spcPts val="300"/>
              </a:spcAft>
              <a:defRPr sz="800" b="0">
                <a:solidFill>
                  <a:srgbClr val="1A1A1A"/>
                </a:solidFill>
                <a:latin typeface="Calibri"/>
              </a:defRPr>
            </a:pPr>
            <a:endParaRPr/>
          </a:p>
          <a:p>
            <a:pPr>
              <a:spcAft>
                <a:spcPts val="300"/>
              </a:spcAft>
              <a:defRPr sz="1200" b="1">
                <a:solidFill>
                  <a:srgbClr val="CC0000"/>
                </a:solidFill>
                <a:latin typeface="Calibri"/>
              </a:defRPr>
            </a:pPr>
            <a:r>
              <a:t>The CRO market (~$80B) is at an inflection point:</a:t>
            </a:r>
          </a:p>
          <a:p>
            <a:pPr lvl="1">
              <a:spcAft>
                <a:spcPts val="300"/>
              </a:spcAft>
              <a:defRPr sz="1100" b="0">
                <a:solidFill>
                  <a:srgbClr val="666666"/>
                </a:solidFill>
                <a:latin typeface="Calibri"/>
              </a:defRPr>
            </a:pPr>
            <a:r>
              <a:t>AI early adopters (IQVIA+NVIDIA, PPD+OpenAI, Parexel+Palantir) are fundamentally changing trial delivery</a:t>
            </a:r>
          </a:p>
          <a:p>
            <a:pPr lvl="1">
              <a:spcAft>
                <a:spcPts val="300"/>
              </a:spcAft>
              <a:defRPr sz="1100" b="0">
                <a:solidFill>
                  <a:srgbClr val="666666"/>
                </a:solidFill>
                <a:latin typeface="Calibri"/>
              </a:defRPr>
            </a:pPr>
            <a:r>
              <a:t>CROs who invest: faster site selection, 90% reduction in SOP search time, automated safety signal detection, CRA co-pilots</a:t>
            </a:r>
          </a:p>
          <a:p>
            <a:pPr lvl="1">
              <a:spcAft>
                <a:spcPts val="300"/>
              </a:spcAft>
              <a:defRPr sz="1100" b="0">
                <a:solidFill>
                  <a:srgbClr val="666666"/>
                </a:solidFill>
                <a:latin typeface="Calibri"/>
              </a:defRPr>
            </a:pPr>
            <a:r>
              <a:t>CROs who don't: margin compression, talent attrition, customer defection</a:t>
            </a:r>
          </a:p>
          <a:p>
            <a:pPr>
              <a:spcAft>
                <a:spcPts val="300"/>
              </a:spcAft>
              <a:defRPr sz="800" b="0">
                <a:solidFill>
                  <a:srgbClr val="1A1A1A"/>
                </a:solidFill>
                <a:latin typeface="Calibri"/>
              </a:defRPr>
            </a:pPr>
            <a:endParaRPr/>
          </a:p>
          <a:p>
            <a:pPr>
              <a:spcAft>
                <a:spcPts val="300"/>
              </a:spcAft>
              <a:defRPr sz="1200" b="1">
                <a:solidFill>
                  <a:srgbClr val="CC0000"/>
                </a:solidFill>
                <a:latin typeface="Calibri"/>
              </a:defRPr>
            </a:pPr>
            <a:r>
              <a:t>Yet the industry is moving backward:</a:t>
            </a:r>
          </a:p>
          <a:p>
            <a:pPr lvl="1">
              <a:spcAft>
                <a:spcPts val="300"/>
              </a:spcAft>
              <a:defRPr sz="1100" b="0">
                <a:solidFill>
                  <a:srgbClr val="666666"/>
                </a:solidFill>
                <a:latin typeface="Calibri"/>
              </a:defRPr>
            </a:pPr>
            <a:r>
              <a:t>54% of large pharma is reducing CRO outsourcing; shifting to FSP models for cost savings — not investing in AI-native trial delivery</a:t>
            </a:r>
          </a:p>
          <a:p>
            <a:pPr lvl="1">
              <a:spcAft>
                <a:spcPts val="300"/>
              </a:spcAft>
              <a:defRPr sz="1100" b="0">
                <a:solidFill>
                  <a:srgbClr val="666666"/>
                </a:solidFill>
                <a:latin typeface="Calibri"/>
              </a:defRPr>
            </a:pPr>
            <a:r>
              <a:t>R&amp;D spend growth moderating to low-single digits; trial starts declining, especially post-Phase I</a:t>
            </a:r>
          </a:p>
          <a:p>
            <a:pPr lvl="1">
              <a:spcAft>
                <a:spcPts val="300"/>
              </a:spcAft>
              <a:defRPr sz="1100" b="0">
                <a:solidFill>
                  <a:srgbClr val="666666"/>
                </a:solidFill>
                <a:latin typeface="Calibri"/>
              </a:defRPr>
            </a:pPr>
            <a:r>
              <a:t>Biotech funding recovering but concentrated in 'top programs' — the long tail is starving</a:t>
            </a:r>
          </a:p>
          <a:p>
            <a:pPr>
              <a:spcAft>
                <a:spcPts val="300"/>
              </a:spcAft>
              <a:defRPr sz="800" b="0">
                <a:solidFill>
                  <a:srgbClr val="1A1A1A"/>
                </a:solidFill>
                <a:latin typeface="Calibri"/>
              </a:defRPr>
            </a:pPr>
            <a:endParaRPr/>
          </a:p>
          <a:p>
            <a:pPr>
              <a:spcAft>
                <a:spcPts val="300"/>
              </a:spcAft>
              <a:defRPr sz="1200" b="1">
                <a:solidFill>
                  <a:srgbClr val="8B0000"/>
                </a:solidFill>
                <a:latin typeface="Calibri"/>
              </a:defRPr>
            </a:pPr>
            <a:r>
              <a:t>The window to act is 12–18 months. After that, the AI-mediated point of care will be established — with or without your evidence in it.</a:t>
            </a:r>
          </a:p>
        </p:txBody>
      </p:sp>
      <p:sp>
        <p:nvSpPr>
          <p:cNvPr id="6" name="TextBox 5"/>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7" name="TextBox 6"/>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5</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btfpColumnIndicatorGroup2">
            <a:extLst>
              <a:ext uri="{FF2B5EF4-FFF2-40B4-BE49-F238E27FC236}">
                <a16:creationId xmlns:a16="http://schemas.microsoft.com/office/drawing/2014/main" id="{BDF13D5C-4E07-A16F-C9CE-90D7D2230B7C}"/>
              </a:ext>
            </a:extLst>
          </p:cNvPr>
          <p:cNvGrpSpPr/>
          <p:nvPr/>
        </p:nvGrpSpPr>
        <p:grpSpPr>
          <a:xfrm>
            <a:off x="0" y="6926580"/>
            <a:ext cx="12192000" cy="137160"/>
            <a:chOff x="0" y="6926580"/>
            <a:chExt cx="12192000" cy="137160"/>
          </a:xfrm>
        </p:grpSpPr>
        <p:sp>
          <p:nvSpPr>
            <p:cNvPr id="23" name="btfpColumnGapBlocker199154">
              <a:extLst>
                <a:ext uri="{FF2B5EF4-FFF2-40B4-BE49-F238E27FC236}">
                  <a16:creationId xmlns:a16="http://schemas.microsoft.com/office/drawing/2014/main" id="{A3DCECC9-B692-4195-BFAB-8A0A6C93020C}"/>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btfpColumnGapBlocker236314">
              <a:extLst>
                <a:ext uri="{FF2B5EF4-FFF2-40B4-BE49-F238E27FC236}">
                  <a16:creationId xmlns:a16="http://schemas.microsoft.com/office/drawing/2014/main" id="{5DED8271-1DBE-1E9D-54D7-DD03833CEE8C}"/>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btfpColumnIndicator610381">
              <a:extLst>
                <a:ext uri="{FF2B5EF4-FFF2-40B4-BE49-F238E27FC236}">
                  <a16:creationId xmlns:a16="http://schemas.microsoft.com/office/drawing/2014/main" id="{1EA03A3A-3FEE-5DF3-7411-DD6D4C419092}"/>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7" name="btfpColumnIndicator917362">
              <a:extLst>
                <a:ext uri="{FF2B5EF4-FFF2-40B4-BE49-F238E27FC236}">
                  <a16:creationId xmlns:a16="http://schemas.microsoft.com/office/drawing/2014/main" id="{2A4765E6-FB42-1C2E-7530-0632073D97C8}"/>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24" name="btfpColumnIndicatorGroup1">
            <a:extLst>
              <a:ext uri="{FF2B5EF4-FFF2-40B4-BE49-F238E27FC236}">
                <a16:creationId xmlns:a16="http://schemas.microsoft.com/office/drawing/2014/main" id="{45313419-58C9-78D4-0C68-3173B8161928}"/>
              </a:ext>
            </a:extLst>
          </p:cNvPr>
          <p:cNvGrpSpPr/>
          <p:nvPr/>
        </p:nvGrpSpPr>
        <p:grpSpPr>
          <a:xfrm>
            <a:off x="0" y="-205740"/>
            <a:ext cx="12192000" cy="137160"/>
            <a:chOff x="0" y="-205740"/>
            <a:chExt cx="12192000" cy="137160"/>
          </a:xfrm>
        </p:grpSpPr>
        <p:sp>
          <p:nvSpPr>
            <p:cNvPr id="22" name="btfpColumnGapBlocker292362">
              <a:extLst>
                <a:ext uri="{FF2B5EF4-FFF2-40B4-BE49-F238E27FC236}">
                  <a16:creationId xmlns:a16="http://schemas.microsoft.com/office/drawing/2014/main" id="{A465E1F3-E56A-53D2-1E65-E84B5D2C27EE}"/>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btfpColumnGapBlocker973003">
              <a:extLst>
                <a:ext uri="{FF2B5EF4-FFF2-40B4-BE49-F238E27FC236}">
                  <a16:creationId xmlns:a16="http://schemas.microsoft.com/office/drawing/2014/main" id="{D90FC41E-A9A2-0502-452A-A4AD2D401B63}"/>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btfpColumnIndicator769154">
              <a:extLst>
                <a:ext uri="{FF2B5EF4-FFF2-40B4-BE49-F238E27FC236}">
                  <a16:creationId xmlns:a16="http://schemas.microsoft.com/office/drawing/2014/main" id="{A6822D60-F6F8-0182-EF1D-593ABB5F2AB2}"/>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6" name="btfpColumnIndicator380445">
              <a:extLst>
                <a:ext uri="{FF2B5EF4-FFF2-40B4-BE49-F238E27FC236}">
                  <a16:creationId xmlns:a16="http://schemas.microsoft.com/office/drawing/2014/main" id="{AB1D9332-9B65-6729-C240-3ABD16EB26BE}"/>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731520"/>
            <a:ext cx="10332720" cy="914400"/>
          </a:xfrm>
          <a:prstGeom prst="rect">
            <a:avLst/>
          </a:prstGeom>
          <a:noFill/>
        </p:spPr>
        <p:txBody>
          <a:bodyPr wrap="square">
            <a:spAutoFit/>
          </a:bodyPr>
          <a:lstStyle/>
          <a:p>
            <a:pPr>
              <a:defRPr sz="3200" b="1">
                <a:solidFill>
                  <a:srgbClr val="FFFFFF"/>
                </a:solidFill>
                <a:latin typeface="Calibri"/>
              </a:defRPr>
            </a:pPr>
            <a:r>
              <a:t>Three Plays Nobody in the Industry Is Making</a:t>
            </a:r>
          </a:p>
          <a:p>
            <a:pPr>
              <a:defRPr sz="1400" i="1">
                <a:solidFill>
                  <a:srgbClr val="E64545"/>
                </a:solidFill>
                <a:latin typeface="Calibri"/>
              </a:defRPr>
            </a:pPr>
            <a:r>
              <a:t>"Stop thinking about AI use cases. Start thinking about AI-native business models."</a:t>
            </a:r>
          </a:p>
        </p:txBody>
      </p:sp>
      <p:sp>
        <p:nvSpPr>
          <p:cNvPr id="4" name="Rounded Rectangle 3"/>
          <p:cNvSpPr/>
          <p:nvPr/>
        </p:nvSpPr>
        <p:spPr>
          <a:xfrm>
            <a:off x="914400" y="2560320"/>
            <a:ext cx="3200400" cy="3200400"/>
          </a:xfrm>
          <a:prstGeom prst="round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2834640"/>
            <a:ext cx="2651760" cy="320040"/>
          </a:xfrm>
          <a:prstGeom prst="rect">
            <a:avLst/>
          </a:prstGeom>
          <a:noFill/>
        </p:spPr>
        <p:txBody>
          <a:bodyPr wrap="none">
            <a:spAutoFit/>
          </a:bodyPr>
          <a:lstStyle/>
          <a:p>
            <a:pPr>
              <a:defRPr sz="1100" b="1">
                <a:solidFill>
                  <a:srgbClr val="FFBDBD"/>
                </a:solidFill>
                <a:latin typeface="Calibri"/>
              </a:defRPr>
            </a:pPr>
            <a:r>
              <a:t>PLAY 1</a:t>
            </a:r>
          </a:p>
        </p:txBody>
      </p:sp>
      <p:sp>
        <p:nvSpPr>
          <p:cNvPr id="6" name="TextBox 5"/>
          <p:cNvSpPr txBox="1"/>
          <p:nvPr/>
        </p:nvSpPr>
        <p:spPr>
          <a:xfrm>
            <a:off x="1188720" y="3200400"/>
            <a:ext cx="2651760" cy="1097280"/>
          </a:xfrm>
          <a:prstGeom prst="rect">
            <a:avLst/>
          </a:prstGeom>
          <a:noFill/>
        </p:spPr>
        <p:txBody>
          <a:bodyPr wrap="square">
            <a:spAutoFit/>
          </a:bodyPr>
          <a:lstStyle/>
          <a:p>
            <a:pPr>
              <a:defRPr sz="2000" b="1">
                <a:solidFill>
                  <a:srgbClr val="FFFFFF"/>
                </a:solidFill>
                <a:latin typeface="Calibri"/>
              </a:defRPr>
            </a:pPr>
            <a:r>
              <a:t>The Evidence</a:t>
            </a:r>
            <a:br/>
            <a:r>
              <a:t>Intelligence Engine</a:t>
            </a:r>
          </a:p>
        </p:txBody>
      </p:sp>
      <p:sp>
        <p:nvSpPr>
          <p:cNvPr id="7" name="TextBox 6"/>
          <p:cNvSpPr txBox="1"/>
          <p:nvPr/>
        </p:nvSpPr>
        <p:spPr>
          <a:xfrm>
            <a:off x="1188720" y="4389120"/>
            <a:ext cx="2651760" cy="1097280"/>
          </a:xfrm>
          <a:prstGeom prst="rect">
            <a:avLst/>
          </a:prstGeom>
          <a:noFill/>
        </p:spPr>
        <p:txBody>
          <a:bodyPr wrap="square">
            <a:spAutoFit/>
          </a:bodyPr>
          <a:lstStyle/>
          <a:p>
            <a:pPr>
              <a:defRPr sz="1200">
                <a:solidFill>
                  <a:srgbClr val="FFDDDD"/>
                </a:solidFill>
                <a:latin typeface="Calibri"/>
              </a:defRPr>
            </a:pPr>
            <a:r>
              <a:t>Own the AI-mediated</a:t>
            </a:r>
            <a:br/>
            <a:r>
              <a:t>point of care before</a:t>
            </a:r>
            <a:br/>
            <a:r>
              <a:t>someone else does</a:t>
            </a:r>
          </a:p>
        </p:txBody>
      </p:sp>
      <p:sp>
        <p:nvSpPr>
          <p:cNvPr id="8" name="Rounded Rectangle 7"/>
          <p:cNvSpPr/>
          <p:nvPr/>
        </p:nvSpPr>
        <p:spPr>
          <a:xfrm>
            <a:off x="4480560" y="2560320"/>
            <a:ext cx="3200400" cy="3200400"/>
          </a:xfrm>
          <a:prstGeom prst="round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0" y="2834640"/>
            <a:ext cx="2651760" cy="320040"/>
          </a:xfrm>
          <a:prstGeom prst="rect">
            <a:avLst/>
          </a:prstGeom>
          <a:noFill/>
        </p:spPr>
        <p:txBody>
          <a:bodyPr wrap="none">
            <a:spAutoFit/>
          </a:bodyPr>
          <a:lstStyle/>
          <a:p>
            <a:pPr>
              <a:defRPr sz="1100" b="1">
                <a:solidFill>
                  <a:srgbClr val="FFBDBD"/>
                </a:solidFill>
                <a:latin typeface="Calibri"/>
              </a:defRPr>
            </a:pPr>
            <a:r>
              <a:t>PLAY 2</a:t>
            </a:r>
          </a:p>
        </p:txBody>
      </p:sp>
      <p:sp>
        <p:nvSpPr>
          <p:cNvPr id="10" name="TextBox 9"/>
          <p:cNvSpPr txBox="1"/>
          <p:nvPr/>
        </p:nvSpPr>
        <p:spPr>
          <a:xfrm>
            <a:off x="4754880" y="3200400"/>
            <a:ext cx="2651760" cy="1097280"/>
          </a:xfrm>
          <a:prstGeom prst="rect">
            <a:avLst/>
          </a:prstGeom>
          <a:noFill/>
        </p:spPr>
        <p:txBody>
          <a:bodyPr wrap="square">
            <a:spAutoFit/>
          </a:bodyPr>
          <a:lstStyle/>
          <a:p>
            <a:pPr>
              <a:defRPr sz="2000" b="1">
                <a:solidFill>
                  <a:srgbClr val="FFFFFF"/>
                </a:solidFill>
                <a:latin typeface="Calibri"/>
              </a:defRPr>
            </a:pPr>
            <a:r>
              <a:t>The Autonomous</a:t>
            </a:r>
            <a:br/>
            <a:r>
              <a:t>Clinical Machine</a:t>
            </a:r>
          </a:p>
        </p:txBody>
      </p:sp>
      <p:sp>
        <p:nvSpPr>
          <p:cNvPr id="11" name="TextBox 10"/>
          <p:cNvSpPr txBox="1"/>
          <p:nvPr/>
        </p:nvSpPr>
        <p:spPr>
          <a:xfrm>
            <a:off x="4754880" y="4389120"/>
            <a:ext cx="2651760" cy="1097280"/>
          </a:xfrm>
          <a:prstGeom prst="rect">
            <a:avLst/>
          </a:prstGeom>
          <a:noFill/>
        </p:spPr>
        <p:txBody>
          <a:bodyPr wrap="square">
            <a:spAutoFit/>
          </a:bodyPr>
          <a:lstStyle/>
          <a:p>
            <a:pPr>
              <a:defRPr sz="1200">
                <a:solidFill>
                  <a:srgbClr val="FFDDDD"/>
                </a:solidFill>
                <a:latin typeface="Calibri"/>
              </a:defRPr>
            </a:pPr>
            <a:r>
              <a:t>Build the self-driving</a:t>
            </a:r>
            <a:br/>
            <a:r>
              <a:t>clinical trial — not</a:t>
            </a:r>
            <a:br/>
            <a:r>
              <a:t>AI-assisted, AI-native</a:t>
            </a:r>
          </a:p>
        </p:txBody>
      </p:sp>
      <p:sp>
        <p:nvSpPr>
          <p:cNvPr id="12" name="Rounded Rectangle 11"/>
          <p:cNvSpPr/>
          <p:nvPr/>
        </p:nvSpPr>
        <p:spPr>
          <a:xfrm>
            <a:off x="8046720" y="2560320"/>
            <a:ext cx="3200400" cy="3200400"/>
          </a:xfrm>
          <a:prstGeom prst="round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2834640"/>
            <a:ext cx="2651760" cy="320040"/>
          </a:xfrm>
          <a:prstGeom prst="rect">
            <a:avLst/>
          </a:prstGeom>
          <a:noFill/>
        </p:spPr>
        <p:txBody>
          <a:bodyPr wrap="none">
            <a:spAutoFit/>
          </a:bodyPr>
          <a:lstStyle/>
          <a:p>
            <a:pPr>
              <a:defRPr sz="1100" b="1">
                <a:solidFill>
                  <a:srgbClr val="FFBDBD"/>
                </a:solidFill>
                <a:latin typeface="Calibri"/>
              </a:defRPr>
            </a:pPr>
            <a:r>
              <a:t>PLAY 3</a:t>
            </a:r>
          </a:p>
        </p:txBody>
      </p:sp>
      <p:sp>
        <p:nvSpPr>
          <p:cNvPr id="14" name="TextBox 13"/>
          <p:cNvSpPr txBox="1"/>
          <p:nvPr/>
        </p:nvSpPr>
        <p:spPr>
          <a:xfrm>
            <a:off x="8321040" y="3200400"/>
            <a:ext cx="2651760" cy="1097280"/>
          </a:xfrm>
          <a:prstGeom prst="rect">
            <a:avLst/>
          </a:prstGeom>
          <a:noFill/>
        </p:spPr>
        <p:txBody>
          <a:bodyPr wrap="square">
            <a:spAutoFit/>
          </a:bodyPr>
          <a:lstStyle/>
          <a:p>
            <a:pPr>
              <a:defRPr sz="2000" b="1">
                <a:solidFill>
                  <a:srgbClr val="FFFFFF"/>
                </a:solidFill>
                <a:latin typeface="Calibri"/>
              </a:defRPr>
            </a:pPr>
            <a:r>
              <a:t>The Pharma</a:t>
            </a:r>
            <a:br/>
            <a:r>
              <a:t>Semantic Enterprise</a:t>
            </a:r>
          </a:p>
        </p:txBody>
      </p:sp>
      <p:sp>
        <p:nvSpPr>
          <p:cNvPr id="15" name="TextBox 14"/>
          <p:cNvSpPr txBox="1"/>
          <p:nvPr/>
        </p:nvSpPr>
        <p:spPr>
          <a:xfrm>
            <a:off x="8321040" y="4389120"/>
            <a:ext cx="2651760" cy="1097280"/>
          </a:xfrm>
          <a:prstGeom prst="rect">
            <a:avLst/>
          </a:prstGeom>
          <a:noFill/>
        </p:spPr>
        <p:txBody>
          <a:bodyPr wrap="square">
            <a:spAutoFit/>
          </a:bodyPr>
          <a:lstStyle/>
          <a:p>
            <a:pPr>
              <a:defRPr sz="1200">
                <a:solidFill>
                  <a:srgbClr val="FFDDDD"/>
                </a:solidFill>
                <a:latin typeface="Calibri"/>
              </a:defRPr>
            </a:pPr>
            <a:r>
              <a:t>Create the industry's</a:t>
            </a:r>
            <a:br/>
            <a:r>
              <a:t>first AI-native</a:t>
            </a:r>
            <a:br/>
            <a:r>
              <a:t>operating system</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btfpColumnIndicatorGroup2">
            <a:extLst>
              <a:ext uri="{FF2B5EF4-FFF2-40B4-BE49-F238E27FC236}">
                <a16:creationId xmlns:a16="http://schemas.microsoft.com/office/drawing/2014/main" id="{A7DDD269-61C3-E419-5B9C-51C337865398}"/>
              </a:ext>
            </a:extLst>
          </p:cNvPr>
          <p:cNvGrpSpPr/>
          <p:nvPr/>
        </p:nvGrpSpPr>
        <p:grpSpPr>
          <a:xfrm>
            <a:off x="0" y="6926580"/>
            <a:ext cx="12192000" cy="137160"/>
            <a:chOff x="0" y="6926580"/>
            <a:chExt cx="12192000" cy="137160"/>
          </a:xfrm>
        </p:grpSpPr>
        <p:sp>
          <p:nvSpPr>
            <p:cNvPr id="15" name="btfpColumnGapBlocker339644">
              <a:extLst>
                <a:ext uri="{FF2B5EF4-FFF2-40B4-BE49-F238E27FC236}">
                  <a16:creationId xmlns:a16="http://schemas.microsoft.com/office/drawing/2014/main" id="{6E666F30-721C-DB13-DB07-13519F4EEEE5}"/>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btfpColumnGapBlocker770347">
              <a:extLst>
                <a:ext uri="{FF2B5EF4-FFF2-40B4-BE49-F238E27FC236}">
                  <a16:creationId xmlns:a16="http://schemas.microsoft.com/office/drawing/2014/main" id="{7E6BDD67-5784-252C-2068-D9666686D042}"/>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btfpColumnIndicator255501">
              <a:extLst>
                <a:ext uri="{FF2B5EF4-FFF2-40B4-BE49-F238E27FC236}">
                  <a16:creationId xmlns:a16="http://schemas.microsoft.com/office/drawing/2014/main" id="{8EE1AA3F-E95C-6ED7-EF73-F0D079774A52}"/>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btfpColumnIndicator980482">
              <a:extLst>
                <a:ext uri="{FF2B5EF4-FFF2-40B4-BE49-F238E27FC236}">
                  <a16:creationId xmlns:a16="http://schemas.microsoft.com/office/drawing/2014/main" id="{A2ECAB50-0E1E-E1C6-22AB-5B564A36D89C}"/>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6" name="btfpColumnIndicatorGroup1">
            <a:extLst>
              <a:ext uri="{FF2B5EF4-FFF2-40B4-BE49-F238E27FC236}">
                <a16:creationId xmlns:a16="http://schemas.microsoft.com/office/drawing/2014/main" id="{E9843AEF-8095-32D4-3FE4-A55039ACB02B}"/>
              </a:ext>
            </a:extLst>
          </p:cNvPr>
          <p:cNvGrpSpPr/>
          <p:nvPr/>
        </p:nvGrpSpPr>
        <p:grpSpPr>
          <a:xfrm>
            <a:off x="0" y="-205740"/>
            <a:ext cx="12192000" cy="137160"/>
            <a:chOff x="0" y="-205740"/>
            <a:chExt cx="12192000" cy="137160"/>
          </a:xfrm>
        </p:grpSpPr>
        <p:sp>
          <p:nvSpPr>
            <p:cNvPr id="14" name="btfpColumnGapBlocker555303">
              <a:extLst>
                <a:ext uri="{FF2B5EF4-FFF2-40B4-BE49-F238E27FC236}">
                  <a16:creationId xmlns:a16="http://schemas.microsoft.com/office/drawing/2014/main" id="{CE162529-E3FE-CF58-FD66-6292FC3CD4E9}"/>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948497">
              <a:extLst>
                <a:ext uri="{FF2B5EF4-FFF2-40B4-BE49-F238E27FC236}">
                  <a16:creationId xmlns:a16="http://schemas.microsoft.com/office/drawing/2014/main" id="{59AD7BDC-B8ED-0B66-154D-3050E7403E65}"/>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435581">
              <a:extLst>
                <a:ext uri="{FF2B5EF4-FFF2-40B4-BE49-F238E27FC236}">
                  <a16:creationId xmlns:a16="http://schemas.microsoft.com/office/drawing/2014/main" id="{30155086-1937-FB95-D10B-6DA9B22985AC}"/>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803927">
              <a:extLst>
                <a:ext uri="{FF2B5EF4-FFF2-40B4-BE49-F238E27FC236}">
                  <a16:creationId xmlns:a16="http://schemas.microsoft.com/office/drawing/2014/main" id="{E5816DDE-E039-4F0A-FC3E-296790DA8A91}"/>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Play 1: The Evidence Intelligence Engine</a:t>
            </a:r>
          </a:p>
        </p:txBody>
      </p:sp>
      <p:sp>
        <p:nvSpPr>
          <p:cNvPr id="4" name="TextBox 3"/>
          <p:cNvSpPr txBox="1"/>
          <p:nvPr/>
        </p:nvSpPr>
        <p:spPr>
          <a:xfrm>
            <a:off x="640080" y="822960"/>
            <a:ext cx="10881360" cy="411480"/>
          </a:xfrm>
          <a:prstGeom prst="rect">
            <a:avLst/>
          </a:prstGeom>
          <a:noFill/>
        </p:spPr>
        <p:txBody>
          <a:bodyPr wrap="square">
            <a:spAutoFit/>
          </a:bodyPr>
          <a:lstStyle/>
          <a:p>
            <a:pPr>
              <a:defRPr sz="1300" i="1">
                <a:solidFill>
                  <a:srgbClr val="CC0000"/>
                </a:solidFill>
                <a:latin typeface="Calibri"/>
              </a:defRPr>
            </a:pPr>
            <a:r>
              <a:t>Own the AI-mediated point of care before someone else does</a:t>
            </a:r>
          </a:p>
        </p:txBody>
      </p:sp>
      <p:graphicFrame>
        <p:nvGraphicFramePr>
          <p:cNvPr id="5" name="Table 4"/>
          <p:cNvGraphicFramePr>
            <a:graphicFrameLocks noGrp="1"/>
          </p:cNvGraphicFramePr>
          <p:nvPr/>
        </p:nvGraphicFramePr>
        <p:xfrm>
          <a:off x="457200" y="1280160"/>
          <a:ext cx="10515600" cy="475488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1188720">
                <a:tc>
                  <a:txBody>
                    <a:bodyPr/>
                    <a:lstStyle/>
                    <a:p>
                      <a:pPr algn="l">
                        <a:defRPr sz="900" b="1">
                          <a:solidFill>
                            <a:srgbClr val="FFFFFF"/>
                          </a:solidFill>
                          <a:latin typeface="Calibri"/>
                        </a:defRPr>
                      </a:pPr>
                      <a:r>
                        <a:t>Function</a:t>
                      </a:r>
                    </a:p>
                  </a:txBody>
                  <a:tcPr anchor="ctr">
                    <a:solidFill>
                      <a:srgbClr val="CC0000"/>
                    </a:solidFill>
                  </a:tcPr>
                </a:tc>
                <a:tc>
                  <a:txBody>
                    <a:bodyPr/>
                    <a:lstStyle/>
                    <a:p>
                      <a:pPr algn="l">
                        <a:defRPr sz="900" b="1">
                          <a:solidFill>
                            <a:srgbClr val="FFFFFF"/>
                          </a:solidFill>
                          <a:latin typeface="Calibri"/>
                        </a:defRPr>
                      </a:pPr>
                      <a:r>
                        <a:t>Opportunity</a:t>
                      </a:r>
                    </a:p>
                  </a:txBody>
                  <a:tcPr anchor="ctr">
                    <a:solidFill>
                      <a:srgbClr val="CC0000"/>
                    </a:solidFill>
                  </a:tcPr>
                </a:tc>
                <a:tc>
                  <a:txBody>
                    <a:bodyPr/>
                    <a:lstStyle/>
                    <a:p>
                      <a:pPr algn="l">
                        <a:defRPr sz="900" b="1">
                          <a:solidFill>
                            <a:srgbClr val="FFFFFF"/>
                          </a:solidFill>
                          <a:latin typeface="Calibri"/>
                        </a:defRPr>
                      </a:pPr>
                      <a:r>
                        <a:t>Capability Required</a:t>
                      </a:r>
                    </a:p>
                  </a:txBody>
                  <a:tcPr anchor="ctr">
                    <a:solidFill>
                      <a:srgbClr val="CC0000"/>
                    </a:solidFill>
                  </a:tcPr>
                </a:tc>
                <a:tc>
                  <a:txBody>
                    <a:bodyPr/>
                    <a:lstStyle/>
                    <a:p>
                      <a:pPr algn="l">
                        <a:defRPr sz="900" b="1">
                          <a:solidFill>
                            <a:srgbClr val="FFFFFF"/>
                          </a:solidFill>
                          <a:latin typeface="Calibri"/>
                        </a:defRPr>
                      </a:pPr>
                      <a:r>
                        <a:t>Value Potential</a:t>
                      </a:r>
                    </a:p>
                  </a:txBody>
                  <a:tcPr anchor="ctr">
                    <a:solidFill>
                      <a:srgbClr val="CC0000"/>
                    </a:solidFill>
                  </a:tcPr>
                </a:tc>
                <a:extLst>
                  <a:ext uri="{0D108BD9-81ED-4DB2-BD59-A6C34878D82A}">
                    <a16:rowId xmlns:a16="http://schemas.microsoft.com/office/drawing/2014/main" val="10000"/>
                  </a:ext>
                </a:extLst>
              </a:tr>
              <a:tr h="1188720">
                <a:tc>
                  <a:txBody>
                    <a:bodyPr/>
                    <a:lstStyle/>
                    <a:p>
                      <a:pPr algn="l">
                        <a:defRPr sz="900" b="0">
                          <a:solidFill>
                            <a:srgbClr val="1A1A1A"/>
                          </a:solidFill>
                          <a:latin typeface="Calibri"/>
                        </a:defRPr>
                      </a:pPr>
                      <a:r>
                        <a:t>R&amp;D</a:t>
                      </a:r>
                    </a:p>
                  </a:txBody>
                  <a:tcPr anchor="ctr"/>
                </a:tc>
                <a:tc>
                  <a:txBody>
                    <a:bodyPr/>
                    <a:lstStyle/>
                    <a:p>
                      <a:pPr algn="l">
                        <a:defRPr sz="900" b="0">
                          <a:solidFill>
                            <a:srgbClr val="1A1A1A"/>
                          </a:solidFill>
                          <a:latin typeface="Calibri"/>
                        </a:defRPr>
                      </a:pPr>
                      <a:r>
                        <a:t>Design endpoints, trial outcomes, and evidence packages specifically for AI interpretation — multimodal biomarkers, longitudinal RWE, machine-readable study reports</a:t>
                      </a:r>
                    </a:p>
                  </a:txBody>
                  <a:tcPr anchor="ctr"/>
                </a:tc>
                <a:tc>
                  <a:txBody>
                    <a:bodyPr/>
                    <a:lstStyle/>
                    <a:p>
                      <a:pPr algn="l">
                        <a:defRPr sz="900" b="0">
                          <a:solidFill>
                            <a:srgbClr val="1A1A1A"/>
                          </a:solidFill>
                          <a:latin typeface="Calibri"/>
                        </a:defRPr>
                      </a:pPr>
                      <a:r>
                        <a:t>AI-native evidence design standards; partnership with CDS tool developers; RWE designed for AI interpretation with advanced endpoints</a:t>
                      </a:r>
                    </a:p>
                  </a:txBody>
                  <a:tcPr anchor="ctr"/>
                </a:tc>
                <a:tc>
                  <a:txBody>
                    <a:bodyPr/>
                    <a:lstStyle/>
                    <a:p>
                      <a:pPr algn="l">
                        <a:defRPr sz="900" b="0">
                          <a:solidFill>
                            <a:srgbClr val="1A1A1A"/>
                          </a:solidFill>
                          <a:latin typeface="Calibri"/>
                        </a:defRPr>
                      </a:pPr>
                      <a:r>
                        <a:t>15–20% reduction in post-launch evidence gaps; faster HTA approval; fewer protocol amendments</a:t>
                      </a:r>
                    </a:p>
                  </a:txBody>
                  <a:tcPr anchor="ctr"/>
                </a:tc>
                <a:extLst>
                  <a:ext uri="{0D108BD9-81ED-4DB2-BD59-A6C34878D82A}">
                    <a16:rowId xmlns:a16="http://schemas.microsoft.com/office/drawing/2014/main" val="10001"/>
                  </a:ext>
                </a:extLst>
              </a:tr>
              <a:tr h="1188720">
                <a:tc>
                  <a:txBody>
                    <a:bodyPr/>
                    <a:lstStyle/>
                    <a:p>
                      <a:pPr algn="l">
                        <a:defRPr sz="900" b="0">
                          <a:solidFill>
                            <a:srgbClr val="1A1A1A"/>
                          </a:solidFill>
                          <a:latin typeface="Calibri"/>
                        </a:defRPr>
                      </a:pPr>
                      <a:r>
                        <a:t>Commercial</a:t>
                      </a:r>
                    </a:p>
                  </a:txBody>
                  <a:tcPr anchor="ctr">
                    <a:solidFill>
                      <a:srgbClr val="FAFAFA"/>
                    </a:solidFill>
                  </a:tcPr>
                </a:tc>
                <a:tc>
                  <a:txBody>
                    <a:bodyPr/>
                    <a:lstStyle/>
                    <a:p>
                      <a:pPr algn="l">
                        <a:defRPr sz="900" b="0">
                          <a:solidFill>
                            <a:srgbClr val="1A1A1A"/>
                          </a:solidFill>
                          <a:latin typeface="Calibri"/>
                        </a:defRPr>
                      </a:pPr>
                      <a:r>
                        <a:t>Build CDS API layers ensuring your evidence is discoverable and cited by AI tools clinicians use at POC; monitor what clinicians ask AI and adapt messaging in real-time</a:t>
                      </a:r>
                    </a:p>
                  </a:txBody>
                  <a:tcPr anchor="ctr">
                    <a:solidFill>
                      <a:srgbClr val="FAFAFA"/>
                    </a:solidFill>
                  </a:tcPr>
                </a:tc>
                <a:tc>
                  <a:txBody>
                    <a:bodyPr/>
                    <a:lstStyle/>
                    <a:p>
                      <a:pPr algn="l">
                        <a:defRPr sz="900" b="0">
                          <a:solidFill>
                            <a:srgbClr val="1A1A1A"/>
                          </a:solidFill>
                          <a:latin typeface="Calibri"/>
                        </a:defRPr>
                      </a:pPr>
                      <a:r>
                        <a:t>Generative Experience Optimization (GXO) for clinical content; real-time Q&amp;A monitoring infrastructure; CDS-ready content library</a:t>
                      </a:r>
                    </a:p>
                  </a:txBody>
                  <a:tcPr anchor="ctr">
                    <a:solidFill>
                      <a:srgbClr val="FAFAFA"/>
                    </a:solidFill>
                  </a:tcPr>
                </a:tc>
                <a:tc>
                  <a:txBody>
                    <a:bodyPr/>
                    <a:lstStyle/>
                    <a:p>
                      <a:pPr algn="l">
                        <a:defRPr sz="900" b="0">
                          <a:solidFill>
                            <a:srgbClr val="1A1A1A"/>
                          </a:solidFill>
                          <a:latin typeface="Calibri"/>
                        </a:defRPr>
                      </a:pPr>
                      <a:r>
                        <a:t>Up to 20% top-line impact for movers vs. 15% loss for laggards; real-time competitive intelligence from AI POC queries</a:t>
                      </a:r>
                    </a:p>
                  </a:txBody>
                  <a:tcPr anchor="ctr">
                    <a:solidFill>
                      <a:srgbClr val="FAFAFA"/>
                    </a:solidFill>
                  </a:tcPr>
                </a:tc>
                <a:extLst>
                  <a:ext uri="{0D108BD9-81ED-4DB2-BD59-A6C34878D82A}">
                    <a16:rowId xmlns:a16="http://schemas.microsoft.com/office/drawing/2014/main" val="10002"/>
                  </a:ext>
                </a:extLst>
              </a:tr>
              <a:tr h="1188720">
                <a:tc>
                  <a:txBody>
                    <a:bodyPr/>
                    <a:lstStyle/>
                    <a:p>
                      <a:pPr algn="l">
                        <a:defRPr sz="900" b="0">
                          <a:solidFill>
                            <a:srgbClr val="1A1A1A"/>
                          </a:solidFill>
                          <a:latin typeface="Calibri"/>
                        </a:defRPr>
                      </a:pPr>
                      <a:r>
                        <a:t>Medical Affairs</a:t>
                      </a:r>
                    </a:p>
                  </a:txBody>
                  <a:tcPr anchor="ctr"/>
                </a:tc>
                <a:tc>
                  <a:txBody>
                    <a:bodyPr/>
                    <a:lstStyle/>
                    <a:p>
                      <a:pPr algn="l">
                        <a:defRPr sz="900" b="0">
                          <a:solidFill>
                            <a:srgbClr val="1A1A1A"/>
                          </a:solidFill>
                          <a:latin typeface="Calibri"/>
                        </a:defRPr>
                      </a:pPr>
                      <a:r>
                        <a:t>Deploy agentic 'Rubik's Cube' advisory boards — AI personas (patient, payer, physician, regulator, caregiver) stress-test evidence packages before real engagement</a:t>
                      </a:r>
                    </a:p>
                  </a:txBody>
                  <a:tcPr anchor="ctr"/>
                </a:tc>
                <a:tc>
                  <a:txBody>
                    <a:bodyPr/>
                    <a:lstStyle/>
                    <a:p>
                      <a:pPr algn="l">
                        <a:defRPr sz="900" b="0">
                          <a:solidFill>
                            <a:srgbClr val="1A1A1A"/>
                          </a:solidFill>
                          <a:latin typeface="Calibri"/>
                        </a:defRPr>
                      </a:pPr>
                      <a:r>
                        <a:t>Multi-agent simulation platform; stakeholder persona models trained on real survey data and regulatory precedent</a:t>
                      </a:r>
                    </a:p>
                  </a:txBody>
                  <a:tcPr anchor="ctr"/>
                </a:tc>
                <a:tc>
                  <a:txBody>
                    <a:bodyPr/>
                    <a:lstStyle/>
                    <a:p>
                      <a:pPr algn="l">
                        <a:defRPr sz="900" b="0">
                          <a:solidFill>
                            <a:srgbClr val="1A1A1A"/>
                          </a:solidFill>
                          <a:latin typeface="Calibri"/>
                        </a:defRPr>
                      </a:pPr>
                      <a:r>
                        <a:t>3x faster evidence strategy iteration; 60–70% reduction in advisory board costs; unprecedented multi-stakeholder balancing</a:t>
                      </a:r>
                    </a:p>
                  </a:txBody>
                  <a:tcPr anchor="ctr"/>
                </a:tc>
                <a:extLst>
                  <a:ext uri="{0D108BD9-81ED-4DB2-BD59-A6C34878D82A}">
                    <a16:rowId xmlns:a16="http://schemas.microsoft.com/office/drawing/2014/main" val="10003"/>
                  </a:ext>
                </a:extLst>
              </a:tr>
            </a:tbl>
          </a:graphicData>
        </a:graphic>
      </p:graphicFrame>
      <p:sp>
        <p:nvSpPr>
          <p:cNvPr id="6" name="TextBox 5"/>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7" name="TextBox 6"/>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7</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btfpColumnIndicatorGroup2">
            <a:extLst>
              <a:ext uri="{FF2B5EF4-FFF2-40B4-BE49-F238E27FC236}">
                <a16:creationId xmlns:a16="http://schemas.microsoft.com/office/drawing/2014/main" id="{42683D8A-A3A4-A8F0-22E1-05859688090E}"/>
              </a:ext>
            </a:extLst>
          </p:cNvPr>
          <p:cNvGrpSpPr/>
          <p:nvPr/>
        </p:nvGrpSpPr>
        <p:grpSpPr>
          <a:xfrm>
            <a:off x="0" y="6926580"/>
            <a:ext cx="12192000" cy="137160"/>
            <a:chOff x="0" y="6926580"/>
            <a:chExt cx="12192000" cy="137160"/>
          </a:xfrm>
        </p:grpSpPr>
        <p:sp>
          <p:nvSpPr>
            <p:cNvPr id="15" name="btfpColumnGapBlocker993679">
              <a:extLst>
                <a:ext uri="{FF2B5EF4-FFF2-40B4-BE49-F238E27FC236}">
                  <a16:creationId xmlns:a16="http://schemas.microsoft.com/office/drawing/2014/main" id="{C4BD14F9-9AC2-1BE5-E626-4DF76E18F0C1}"/>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btfpColumnGapBlocker745513">
              <a:extLst>
                <a:ext uri="{FF2B5EF4-FFF2-40B4-BE49-F238E27FC236}">
                  <a16:creationId xmlns:a16="http://schemas.microsoft.com/office/drawing/2014/main" id="{9E26EA67-ADD7-1949-8DB2-06F7B21F8A71}"/>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btfpColumnIndicator687658">
              <a:extLst>
                <a:ext uri="{FF2B5EF4-FFF2-40B4-BE49-F238E27FC236}">
                  <a16:creationId xmlns:a16="http://schemas.microsoft.com/office/drawing/2014/main" id="{69050E35-3FD2-159A-1DF9-2658AA93F4CF}"/>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btfpColumnIndicator344701">
              <a:extLst>
                <a:ext uri="{FF2B5EF4-FFF2-40B4-BE49-F238E27FC236}">
                  <a16:creationId xmlns:a16="http://schemas.microsoft.com/office/drawing/2014/main" id="{06F81F0B-C5D2-A443-F0D4-CFF71B450E1C}"/>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6" name="btfpColumnIndicatorGroup1">
            <a:extLst>
              <a:ext uri="{FF2B5EF4-FFF2-40B4-BE49-F238E27FC236}">
                <a16:creationId xmlns:a16="http://schemas.microsoft.com/office/drawing/2014/main" id="{E1EB5EEF-F928-96AD-6742-E99646BA53B0}"/>
              </a:ext>
            </a:extLst>
          </p:cNvPr>
          <p:cNvGrpSpPr/>
          <p:nvPr/>
        </p:nvGrpSpPr>
        <p:grpSpPr>
          <a:xfrm>
            <a:off x="0" y="-205740"/>
            <a:ext cx="12192000" cy="137160"/>
            <a:chOff x="0" y="-205740"/>
            <a:chExt cx="12192000" cy="137160"/>
          </a:xfrm>
        </p:grpSpPr>
        <p:sp>
          <p:nvSpPr>
            <p:cNvPr id="14" name="btfpColumnGapBlocker328776">
              <a:extLst>
                <a:ext uri="{FF2B5EF4-FFF2-40B4-BE49-F238E27FC236}">
                  <a16:creationId xmlns:a16="http://schemas.microsoft.com/office/drawing/2014/main" id="{CD0EFFF1-634E-E914-0157-EE225A10225F}"/>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363740">
              <a:extLst>
                <a:ext uri="{FF2B5EF4-FFF2-40B4-BE49-F238E27FC236}">
                  <a16:creationId xmlns:a16="http://schemas.microsoft.com/office/drawing/2014/main" id="{D88009E9-062D-1928-0F36-DB76ECE5C16F}"/>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440188">
              <a:extLst>
                <a:ext uri="{FF2B5EF4-FFF2-40B4-BE49-F238E27FC236}">
                  <a16:creationId xmlns:a16="http://schemas.microsoft.com/office/drawing/2014/main" id="{E382D95C-AA8D-E4B6-457A-FA53BCDBC117}"/>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403355">
              <a:extLst>
                <a:ext uri="{FF2B5EF4-FFF2-40B4-BE49-F238E27FC236}">
                  <a16:creationId xmlns:a16="http://schemas.microsoft.com/office/drawing/2014/main" id="{3E201669-0B50-4E3E-D272-92E5DBFBF6FD}"/>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Play 1 Deep Dive: The Agentic Advisory Board</a:t>
            </a:r>
          </a:p>
        </p:txBody>
      </p:sp>
      <p:sp>
        <p:nvSpPr>
          <p:cNvPr id="4" name="TextBox 3"/>
          <p:cNvSpPr txBox="1"/>
          <p:nvPr/>
        </p:nvSpPr>
        <p:spPr>
          <a:xfrm>
            <a:off x="640080" y="822960"/>
            <a:ext cx="10881360" cy="411480"/>
          </a:xfrm>
          <a:prstGeom prst="rect">
            <a:avLst/>
          </a:prstGeom>
          <a:noFill/>
        </p:spPr>
        <p:txBody>
          <a:bodyPr wrap="square">
            <a:spAutoFit/>
          </a:bodyPr>
          <a:lstStyle/>
          <a:p>
            <a:pPr>
              <a:defRPr sz="1300" i="1">
                <a:solidFill>
                  <a:srgbClr val="CC0000"/>
                </a:solidFill>
                <a:latin typeface="Calibri"/>
              </a:defRPr>
            </a:pPr>
            <a:r>
              <a:t>From episodic advisory boards to continuous AI-simulated stakeholder feedback</a:t>
            </a:r>
          </a:p>
        </p:txBody>
      </p:sp>
      <p:sp>
        <p:nvSpPr>
          <p:cNvPr id="5" name="TextBox 4"/>
          <p:cNvSpPr txBox="1"/>
          <p:nvPr/>
        </p:nvSpPr>
        <p:spPr>
          <a:xfrm>
            <a:off x="640080" y="1280160"/>
            <a:ext cx="10881360" cy="4754880"/>
          </a:xfrm>
          <a:prstGeom prst="rect">
            <a:avLst/>
          </a:prstGeom>
          <a:noFill/>
        </p:spPr>
        <p:txBody>
          <a:bodyPr wrap="square">
            <a:spAutoFit/>
          </a:bodyPr>
          <a:lstStyle/>
          <a:p>
            <a:pPr>
              <a:spcAft>
                <a:spcPts val="300"/>
              </a:spcAft>
              <a:defRPr sz="1300" b="1">
                <a:solidFill>
                  <a:srgbClr val="1A1A1A"/>
                </a:solidFill>
                <a:latin typeface="Calibri"/>
              </a:defRPr>
            </a:pPr>
            <a:r>
              <a:t>Today: Pharma convenes advisory boards 2–3x per asset lifecycle</a:t>
            </a:r>
          </a:p>
          <a:p>
            <a:pPr lvl="1">
              <a:spcAft>
                <a:spcPts val="300"/>
              </a:spcAft>
              <a:defRPr sz="1100" b="0">
                <a:solidFill>
                  <a:srgbClr val="666666"/>
                </a:solidFill>
                <a:latin typeface="Calibri"/>
              </a:defRPr>
            </a:pPr>
            <a:r>
              <a:t>Slow (months to organize), expensive ($50K–$200K each), limited perspectives, episodic insights</a:t>
            </a:r>
          </a:p>
          <a:p>
            <a:pPr>
              <a:spcAft>
                <a:spcPts val="300"/>
              </a:spcAft>
              <a:defRPr sz="600" b="0">
                <a:solidFill>
                  <a:srgbClr val="1A1A1A"/>
                </a:solidFill>
                <a:latin typeface="Calibri"/>
              </a:defRPr>
            </a:pPr>
            <a:endParaRPr/>
          </a:p>
          <a:p>
            <a:pPr>
              <a:spcAft>
                <a:spcPts val="300"/>
              </a:spcAft>
              <a:defRPr sz="1300" b="1">
                <a:solidFill>
                  <a:srgbClr val="1A1A1A"/>
                </a:solidFill>
                <a:latin typeface="Calibri"/>
              </a:defRPr>
            </a:pPr>
            <a:r>
              <a:t>Tomorrow: AI agents representing key stakeholder personas interrogate evidence packages on demand</a:t>
            </a:r>
          </a:p>
          <a:p>
            <a:pPr lvl="1">
              <a:spcAft>
                <a:spcPts val="300"/>
              </a:spcAft>
              <a:defRPr sz="1100" b="0">
                <a:solidFill>
                  <a:srgbClr val="666666"/>
                </a:solidFill>
                <a:latin typeface="Calibri"/>
              </a:defRPr>
            </a:pPr>
            <a:r>
              <a:t>Physician Agent: Evaluates clinical relevance, endpoint significance, treatment positioning</a:t>
            </a:r>
          </a:p>
          <a:p>
            <a:pPr lvl="1">
              <a:spcAft>
                <a:spcPts val="300"/>
              </a:spcAft>
              <a:defRPr sz="1100" b="0">
                <a:solidFill>
                  <a:srgbClr val="666666"/>
                </a:solidFill>
                <a:latin typeface="Calibri"/>
              </a:defRPr>
            </a:pPr>
            <a:r>
              <a:t>Payer Agent: Assesses reimbursement likelihood, cost-effectiveness, population evidence (95.6% accuracy demonstrated — RISA Labs)</a:t>
            </a:r>
          </a:p>
          <a:p>
            <a:pPr lvl="1">
              <a:spcAft>
                <a:spcPts val="300"/>
              </a:spcAft>
              <a:defRPr sz="1100" b="0">
                <a:solidFill>
                  <a:srgbClr val="666666"/>
                </a:solidFill>
                <a:latin typeface="Calibri"/>
              </a:defRPr>
            </a:pPr>
            <a:r>
              <a:t>Patient Agent: Flags patient-relevant gaps, adherence barriers, PRO alignment</a:t>
            </a:r>
          </a:p>
          <a:p>
            <a:pPr lvl="1">
              <a:spcAft>
                <a:spcPts val="300"/>
              </a:spcAft>
              <a:defRPr sz="1100" b="0">
                <a:solidFill>
                  <a:srgbClr val="666666"/>
                </a:solidFill>
                <a:latin typeface="Calibri"/>
              </a:defRPr>
            </a:pPr>
            <a:r>
              <a:t>Regulator Agent: Predicts health authority queries, identifies evidence gaps for label negotiations</a:t>
            </a:r>
          </a:p>
          <a:p>
            <a:pPr lvl="1">
              <a:spcAft>
                <a:spcPts val="300"/>
              </a:spcAft>
              <a:defRPr sz="1100" b="0">
                <a:solidFill>
                  <a:srgbClr val="666666"/>
                </a:solidFill>
                <a:latin typeface="Calibri"/>
              </a:defRPr>
            </a:pPr>
            <a:r>
              <a:t>Caregiver Agent: Surfaces real-world care burden and unmet support needs</a:t>
            </a:r>
          </a:p>
          <a:p>
            <a:pPr>
              <a:spcAft>
                <a:spcPts val="300"/>
              </a:spcAft>
              <a:defRPr sz="600" b="0">
                <a:solidFill>
                  <a:srgbClr val="1A1A1A"/>
                </a:solidFill>
                <a:latin typeface="Calibri"/>
              </a:defRPr>
            </a:pPr>
            <a:endParaRPr/>
          </a:p>
          <a:p>
            <a:pPr>
              <a:spcAft>
                <a:spcPts val="300"/>
              </a:spcAft>
              <a:defRPr sz="1200" b="1">
                <a:solidFill>
                  <a:srgbClr val="CC0000"/>
                </a:solidFill>
                <a:latin typeface="Calibri"/>
              </a:defRPr>
            </a:pPr>
            <a:r>
              <a:t>Proof points from analogous deployments:</a:t>
            </a:r>
          </a:p>
          <a:p>
            <a:pPr lvl="1">
              <a:spcAft>
                <a:spcPts val="300"/>
              </a:spcAft>
              <a:defRPr sz="1100" b="0">
                <a:solidFill>
                  <a:srgbClr val="666666"/>
                </a:solidFill>
                <a:latin typeface="Calibri"/>
              </a:defRPr>
            </a:pPr>
            <a:r>
              <a:t>Tsinghua multi-agent hospital simulation: ~93% accuracy on clinical reasoning</a:t>
            </a:r>
          </a:p>
          <a:p>
            <a:pPr lvl="1">
              <a:spcAft>
                <a:spcPts val="300"/>
              </a:spcAft>
              <a:defRPr sz="1100" b="0">
                <a:solidFill>
                  <a:srgbClr val="666666"/>
                </a:solidFill>
                <a:latin typeface="Calibri"/>
              </a:defRPr>
            </a:pPr>
            <a:r>
              <a:t>Oxford/Hull regulator-manufacturer simulation: qualitative insight into compliance vs. innovation tradeoffs</a:t>
            </a:r>
          </a:p>
          <a:p>
            <a:pPr lvl="1">
              <a:spcAft>
                <a:spcPts val="300"/>
              </a:spcAft>
              <a:defRPr sz="1100" b="0">
                <a:solidFill>
                  <a:srgbClr val="666666"/>
                </a:solidFill>
                <a:latin typeface="Calibri"/>
              </a:defRPr>
            </a:pPr>
            <a:r>
              <a:t>Commercial solutions emerging: PosterosAI (scientific intelligence), others (provider simulation, rep training)</a:t>
            </a:r>
          </a:p>
          <a:p>
            <a:pPr>
              <a:spcAft>
                <a:spcPts val="300"/>
              </a:spcAft>
              <a:defRPr sz="600" b="0">
                <a:solidFill>
                  <a:srgbClr val="1A1A1A"/>
                </a:solidFill>
                <a:latin typeface="Calibri"/>
              </a:defRPr>
            </a:pPr>
            <a:endParaRPr/>
          </a:p>
          <a:p>
            <a:pPr>
              <a:spcAft>
                <a:spcPts val="300"/>
              </a:spcAft>
              <a:defRPr sz="1200" b="1">
                <a:solidFill>
                  <a:srgbClr val="8B0000"/>
                </a:solidFill>
                <a:latin typeface="Calibri"/>
              </a:defRPr>
            </a:pPr>
            <a:r>
              <a:t>Where to start: Prototype on one live asset; 3–5 evidence questions on existing data; validate against real advisory board output</a:t>
            </a:r>
          </a:p>
        </p:txBody>
      </p:sp>
      <p:sp>
        <p:nvSpPr>
          <p:cNvPr id="6" name="TextBox 5"/>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7" name="TextBox 6"/>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8</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btfpColumnIndicatorGroup2">
            <a:extLst>
              <a:ext uri="{FF2B5EF4-FFF2-40B4-BE49-F238E27FC236}">
                <a16:creationId xmlns:a16="http://schemas.microsoft.com/office/drawing/2014/main" id="{E008BBD9-EA04-77A3-F350-99259463FAE9}"/>
              </a:ext>
            </a:extLst>
          </p:cNvPr>
          <p:cNvGrpSpPr/>
          <p:nvPr/>
        </p:nvGrpSpPr>
        <p:grpSpPr>
          <a:xfrm>
            <a:off x="0" y="6926580"/>
            <a:ext cx="12192000" cy="137160"/>
            <a:chOff x="0" y="6926580"/>
            <a:chExt cx="12192000" cy="137160"/>
          </a:xfrm>
        </p:grpSpPr>
        <p:sp>
          <p:nvSpPr>
            <p:cNvPr id="15" name="btfpColumnGapBlocker824491">
              <a:extLst>
                <a:ext uri="{FF2B5EF4-FFF2-40B4-BE49-F238E27FC236}">
                  <a16:creationId xmlns:a16="http://schemas.microsoft.com/office/drawing/2014/main" id="{9585E3E4-E52E-6E07-80F0-256ADE820DF2}"/>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btfpColumnGapBlocker386211">
              <a:extLst>
                <a:ext uri="{FF2B5EF4-FFF2-40B4-BE49-F238E27FC236}">
                  <a16:creationId xmlns:a16="http://schemas.microsoft.com/office/drawing/2014/main" id="{183AE518-9D3E-B642-E8E0-ED01EE180FA3}"/>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btfpColumnIndicator369498">
              <a:extLst>
                <a:ext uri="{FF2B5EF4-FFF2-40B4-BE49-F238E27FC236}">
                  <a16:creationId xmlns:a16="http://schemas.microsoft.com/office/drawing/2014/main" id="{C24DADA7-074D-F05E-3CCD-FEF30B70281C}"/>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btfpColumnIndicator201185">
              <a:extLst>
                <a:ext uri="{FF2B5EF4-FFF2-40B4-BE49-F238E27FC236}">
                  <a16:creationId xmlns:a16="http://schemas.microsoft.com/office/drawing/2014/main" id="{E1976B9A-AAF3-BEF7-62DF-D12D61CF0323}"/>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6" name="btfpColumnIndicatorGroup1">
            <a:extLst>
              <a:ext uri="{FF2B5EF4-FFF2-40B4-BE49-F238E27FC236}">
                <a16:creationId xmlns:a16="http://schemas.microsoft.com/office/drawing/2014/main" id="{309144F7-EBBB-6512-D424-C992605441F0}"/>
              </a:ext>
            </a:extLst>
          </p:cNvPr>
          <p:cNvGrpSpPr/>
          <p:nvPr/>
        </p:nvGrpSpPr>
        <p:grpSpPr>
          <a:xfrm>
            <a:off x="0" y="-205740"/>
            <a:ext cx="12192000" cy="137160"/>
            <a:chOff x="0" y="-205740"/>
            <a:chExt cx="12192000" cy="137160"/>
          </a:xfrm>
        </p:grpSpPr>
        <p:sp>
          <p:nvSpPr>
            <p:cNvPr id="14" name="btfpColumnGapBlocker805486">
              <a:extLst>
                <a:ext uri="{FF2B5EF4-FFF2-40B4-BE49-F238E27FC236}">
                  <a16:creationId xmlns:a16="http://schemas.microsoft.com/office/drawing/2014/main" id="{B1DC09E8-9AAB-C280-453A-8D41C8A6167C}"/>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956230">
              <a:extLst>
                <a:ext uri="{FF2B5EF4-FFF2-40B4-BE49-F238E27FC236}">
                  <a16:creationId xmlns:a16="http://schemas.microsoft.com/office/drawing/2014/main" id="{340536F8-6642-D238-A318-B67D8986AF6B}"/>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190029">
              <a:extLst>
                <a:ext uri="{FF2B5EF4-FFF2-40B4-BE49-F238E27FC236}">
                  <a16:creationId xmlns:a16="http://schemas.microsoft.com/office/drawing/2014/main" id="{D64B28EA-9E0A-30C6-123F-BBE770D9F19A}"/>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254652">
              <a:extLst>
                <a:ext uri="{FF2B5EF4-FFF2-40B4-BE49-F238E27FC236}">
                  <a16:creationId xmlns:a16="http://schemas.microsoft.com/office/drawing/2014/main" id="{65B4E526-1FF5-A453-2561-1DB2B1D33B63}"/>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Play 2: The Autonomous Clinical Machine</a:t>
            </a:r>
          </a:p>
        </p:txBody>
      </p:sp>
      <p:sp>
        <p:nvSpPr>
          <p:cNvPr id="4" name="TextBox 3"/>
          <p:cNvSpPr txBox="1"/>
          <p:nvPr/>
        </p:nvSpPr>
        <p:spPr>
          <a:xfrm>
            <a:off x="640080" y="822960"/>
            <a:ext cx="10881360" cy="411480"/>
          </a:xfrm>
          <a:prstGeom prst="rect">
            <a:avLst/>
          </a:prstGeom>
          <a:noFill/>
        </p:spPr>
        <p:txBody>
          <a:bodyPr wrap="square">
            <a:spAutoFit/>
          </a:bodyPr>
          <a:lstStyle/>
          <a:p>
            <a:pPr>
              <a:defRPr sz="1300" i="1">
                <a:solidFill>
                  <a:srgbClr val="CC0000"/>
                </a:solidFill>
                <a:latin typeface="Calibri"/>
              </a:defRPr>
            </a:pPr>
            <a:r>
              <a:t>Build the self-driving clinical trial — not AI-assisted, AI-native</a:t>
            </a:r>
          </a:p>
        </p:txBody>
      </p:sp>
      <p:graphicFrame>
        <p:nvGraphicFramePr>
          <p:cNvPr id="5" name="Table 4"/>
          <p:cNvGraphicFramePr>
            <a:graphicFrameLocks noGrp="1"/>
          </p:cNvGraphicFramePr>
          <p:nvPr/>
        </p:nvGraphicFramePr>
        <p:xfrm>
          <a:off x="457200" y="1280160"/>
          <a:ext cx="10515600" cy="52578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1051560">
                <a:tc>
                  <a:txBody>
                    <a:bodyPr/>
                    <a:lstStyle/>
                    <a:p>
                      <a:pPr algn="l">
                        <a:defRPr sz="900" b="1">
                          <a:solidFill>
                            <a:srgbClr val="FFFFFF"/>
                          </a:solidFill>
                          <a:latin typeface="Calibri"/>
                        </a:defRPr>
                      </a:pPr>
                      <a:r>
                        <a:t>Function</a:t>
                      </a:r>
                    </a:p>
                  </a:txBody>
                  <a:tcPr anchor="ctr">
                    <a:solidFill>
                      <a:srgbClr val="CC0000"/>
                    </a:solidFill>
                  </a:tcPr>
                </a:tc>
                <a:tc>
                  <a:txBody>
                    <a:bodyPr/>
                    <a:lstStyle/>
                    <a:p>
                      <a:pPr algn="l">
                        <a:defRPr sz="900" b="1">
                          <a:solidFill>
                            <a:srgbClr val="FFFFFF"/>
                          </a:solidFill>
                          <a:latin typeface="Calibri"/>
                        </a:defRPr>
                      </a:pPr>
                      <a:r>
                        <a:t>Opportunity</a:t>
                      </a:r>
                    </a:p>
                  </a:txBody>
                  <a:tcPr anchor="ctr">
                    <a:solidFill>
                      <a:srgbClr val="CC0000"/>
                    </a:solidFill>
                  </a:tcPr>
                </a:tc>
                <a:tc>
                  <a:txBody>
                    <a:bodyPr/>
                    <a:lstStyle/>
                    <a:p>
                      <a:pPr algn="l">
                        <a:defRPr sz="900" b="1">
                          <a:solidFill>
                            <a:srgbClr val="FFFFFF"/>
                          </a:solidFill>
                          <a:latin typeface="Calibri"/>
                        </a:defRPr>
                      </a:pPr>
                      <a:r>
                        <a:t>Capability Required</a:t>
                      </a:r>
                    </a:p>
                  </a:txBody>
                  <a:tcPr anchor="ctr">
                    <a:solidFill>
                      <a:srgbClr val="CC0000"/>
                    </a:solidFill>
                  </a:tcPr>
                </a:tc>
                <a:tc>
                  <a:txBody>
                    <a:bodyPr/>
                    <a:lstStyle/>
                    <a:p>
                      <a:pPr algn="l">
                        <a:defRPr sz="900" b="1">
                          <a:solidFill>
                            <a:srgbClr val="FFFFFF"/>
                          </a:solidFill>
                          <a:latin typeface="Calibri"/>
                        </a:defRPr>
                      </a:pPr>
                      <a:r>
                        <a:t>Value Potential</a:t>
                      </a:r>
                    </a:p>
                  </a:txBody>
                  <a:tcPr anchor="ctr">
                    <a:solidFill>
                      <a:srgbClr val="CC0000"/>
                    </a:solidFill>
                  </a:tcPr>
                </a:tc>
                <a:extLst>
                  <a:ext uri="{0D108BD9-81ED-4DB2-BD59-A6C34878D82A}">
                    <a16:rowId xmlns:a16="http://schemas.microsoft.com/office/drawing/2014/main" val="10000"/>
                  </a:ext>
                </a:extLst>
              </a:tr>
              <a:tr h="1051560">
                <a:tc>
                  <a:txBody>
                    <a:bodyPr/>
                    <a:lstStyle/>
                    <a:p>
                      <a:pPr algn="l">
                        <a:defRPr sz="900" b="0">
                          <a:solidFill>
                            <a:srgbClr val="1A1A1A"/>
                          </a:solidFill>
                          <a:latin typeface="Calibri"/>
                        </a:defRPr>
                      </a:pPr>
                      <a:r>
                        <a:t>R&amp;D / Clinical</a:t>
                      </a:r>
                    </a:p>
                  </a:txBody>
                  <a:tcPr anchor="ctr"/>
                </a:tc>
                <a:tc>
                  <a:txBody>
                    <a:bodyPr/>
                    <a:lstStyle/>
                    <a:p>
                      <a:pPr algn="l">
                        <a:defRPr sz="900" b="0">
                          <a:solidFill>
                            <a:srgbClr val="1A1A1A"/>
                          </a:solidFill>
                          <a:latin typeface="Calibri"/>
                        </a:defRPr>
                      </a:pPr>
                      <a:r>
                        <a:t>AI-native protocol design (predictive amendment avoidance); ML site selection; continuous risk-based monitoring; LLM signal extraction from social/EHR for early safety detection</a:t>
                      </a:r>
                    </a:p>
                  </a:txBody>
                  <a:tcPr anchor="ctr"/>
                </a:tc>
                <a:tc>
                  <a:txBody>
                    <a:bodyPr/>
                    <a:lstStyle/>
                    <a:p>
                      <a:pPr algn="l">
                        <a:defRPr sz="900" b="0">
                          <a:solidFill>
                            <a:srgbClr val="1A1A1A"/>
                          </a:solidFill>
                          <a:latin typeface="Calibri"/>
                        </a:defRPr>
                      </a:pPr>
                      <a:r>
                        <a:t>Integrated AI clinical platform; real-time data layer; CRA co-pilot; NLP pipeline for PV signal detection from unstructured data (Reddit, EHR notes)</a:t>
                      </a:r>
                    </a:p>
                  </a:txBody>
                  <a:tcPr anchor="ctr"/>
                </a:tc>
                <a:tc>
                  <a:txBody>
                    <a:bodyPr/>
                    <a:lstStyle/>
                    <a:p>
                      <a:pPr algn="l">
                        <a:defRPr sz="900" b="0">
                          <a:solidFill>
                            <a:srgbClr val="1A1A1A"/>
                          </a:solidFill>
                          <a:latin typeface="Calibri"/>
                        </a:defRPr>
                      </a:pPr>
                      <a:r>
                        <a:t>30–40% reduction in trial timelines; 25% lower cost per patient; earlier safety signal detection</a:t>
                      </a:r>
                    </a:p>
                  </a:txBody>
                  <a:tcPr anchor="ctr"/>
                </a:tc>
                <a:extLst>
                  <a:ext uri="{0D108BD9-81ED-4DB2-BD59-A6C34878D82A}">
                    <a16:rowId xmlns:a16="http://schemas.microsoft.com/office/drawing/2014/main" val="10001"/>
                  </a:ext>
                </a:extLst>
              </a:tr>
              <a:tr h="1051560">
                <a:tc>
                  <a:txBody>
                    <a:bodyPr/>
                    <a:lstStyle/>
                    <a:p>
                      <a:pPr algn="l">
                        <a:defRPr sz="900" b="0">
                          <a:solidFill>
                            <a:srgbClr val="1A1A1A"/>
                          </a:solidFill>
                          <a:latin typeface="Calibri"/>
                        </a:defRPr>
                      </a:pPr>
                      <a:r>
                        <a:t>Manufacturing</a:t>
                      </a:r>
                    </a:p>
                  </a:txBody>
                  <a:tcPr anchor="ctr">
                    <a:solidFill>
                      <a:srgbClr val="FAFAFA"/>
                    </a:solidFill>
                  </a:tcPr>
                </a:tc>
                <a:tc>
                  <a:txBody>
                    <a:bodyPr/>
                    <a:lstStyle/>
                    <a:p>
                      <a:pPr algn="l">
                        <a:defRPr sz="900" b="0">
                          <a:solidFill>
                            <a:srgbClr val="1A1A1A"/>
                          </a:solidFill>
                          <a:latin typeface="Calibri"/>
                        </a:defRPr>
                      </a:pPr>
                      <a:r>
                        <a:t>Predictive clinical supply planning across sites/geographies; AI-optimized scale-up from clinical to commercial; demand signal integration from enrollment data</a:t>
                      </a:r>
                    </a:p>
                  </a:txBody>
                  <a:tcPr anchor="ctr">
                    <a:solidFill>
                      <a:srgbClr val="FAFAFA"/>
                    </a:solidFill>
                  </a:tcPr>
                </a:tc>
                <a:tc>
                  <a:txBody>
                    <a:bodyPr/>
                    <a:lstStyle/>
                    <a:p>
                      <a:pPr algn="l">
                        <a:defRPr sz="900" b="0">
                          <a:solidFill>
                            <a:srgbClr val="1A1A1A"/>
                          </a:solidFill>
                          <a:latin typeface="Calibri"/>
                        </a:defRPr>
                      </a:pPr>
                      <a:r>
                        <a:t>Digital twin of clinical supply chain; ML demand forecasting; semantic integration with R&amp;D data</a:t>
                      </a:r>
                    </a:p>
                  </a:txBody>
                  <a:tcPr anchor="ctr">
                    <a:solidFill>
                      <a:srgbClr val="FAFAFA"/>
                    </a:solidFill>
                  </a:tcPr>
                </a:tc>
                <a:tc>
                  <a:txBody>
                    <a:bodyPr/>
                    <a:lstStyle/>
                    <a:p>
                      <a:pPr algn="l">
                        <a:defRPr sz="900" b="0">
                          <a:solidFill>
                            <a:srgbClr val="1A1A1A"/>
                          </a:solidFill>
                          <a:latin typeface="Calibri"/>
                        </a:defRPr>
                      </a:pPr>
                      <a:r>
                        <a:t>20–30% reduction in clinical supply waste; faster commercial manufacturing readiness</a:t>
                      </a:r>
                    </a:p>
                  </a:txBody>
                  <a:tcPr anchor="ctr">
                    <a:solidFill>
                      <a:srgbClr val="FAFAFA"/>
                    </a:solidFill>
                  </a:tcPr>
                </a:tc>
                <a:extLst>
                  <a:ext uri="{0D108BD9-81ED-4DB2-BD59-A6C34878D82A}">
                    <a16:rowId xmlns:a16="http://schemas.microsoft.com/office/drawing/2014/main" val="10002"/>
                  </a:ext>
                </a:extLst>
              </a:tr>
              <a:tr h="1051560">
                <a:tc>
                  <a:txBody>
                    <a:bodyPr/>
                    <a:lstStyle/>
                    <a:p>
                      <a:pPr algn="l">
                        <a:defRPr sz="900" b="0">
                          <a:solidFill>
                            <a:srgbClr val="1A1A1A"/>
                          </a:solidFill>
                          <a:latin typeface="Calibri"/>
                        </a:defRPr>
                      </a:pPr>
                      <a:r>
                        <a:t>Commercial</a:t>
                      </a:r>
                    </a:p>
                  </a:txBody>
                  <a:tcPr anchor="ctr"/>
                </a:tc>
                <a:tc>
                  <a:txBody>
                    <a:bodyPr/>
                    <a:lstStyle/>
                    <a:p>
                      <a:pPr algn="l">
                        <a:defRPr sz="900" b="0">
                          <a:solidFill>
                            <a:srgbClr val="1A1A1A"/>
                          </a:solidFill>
                          <a:latin typeface="Calibri"/>
                        </a:defRPr>
                      </a:pPr>
                      <a:r>
                        <a:t>Real-time enrollment intelligence feeds pre-launch planning; AI-generated market access dossiers from trial data</a:t>
                      </a:r>
                    </a:p>
                  </a:txBody>
                  <a:tcPr anchor="ctr"/>
                </a:tc>
                <a:tc>
                  <a:txBody>
                    <a:bodyPr/>
                    <a:lstStyle/>
                    <a:p>
                      <a:pPr algn="l">
                        <a:defRPr sz="900" b="0">
                          <a:solidFill>
                            <a:srgbClr val="1A1A1A"/>
                          </a:solidFill>
                          <a:latin typeface="Calibri"/>
                        </a:defRPr>
                      </a:pPr>
                      <a:r>
                        <a:t>Cross-functional data pipeline from R&amp;D to Commercial; automated evidence synthesis tools</a:t>
                      </a:r>
                    </a:p>
                  </a:txBody>
                  <a:tcPr anchor="ctr"/>
                </a:tc>
                <a:tc>
                  <a:txBody>
                    <a:bodyPr/>
                    <a:lstStyle/>
                    <a:p>
                      <a:pPr algn="l">
                        <a:defRPr sz="900" b="0">
                          <a:solidFill>
                            <a:srgbClr val="1A1A1A"/>
                          </a:solidFill>
                          <a:latin typeface="Calibri"/>
                        </a:defRPr>
                      </a:pPr>
                      <a:r>
                        <a:t>6–12 months earlier commercial preparation; stronger launch evidence packages</a:t>
                      </a:r>
                    </a:p>
                  </a:txBody>
                  <a:tcPr anchor="ctr"/>
                </a:tc>
                <a:extLst>
                  <a:ext uri="{0D108BD9-81ED-4DB2-BD59-A6C34878D82A}">
                    <a16:rowId xmlns:a16="http://schemas.microsoft.com/office/drawing/2014/main" val="10003"/>
                  </a:ext>
                </a:extLst>
              </a:tr>
              <a:tr h="1051560">
                <a:tc>
                  <a:txBody>
                    <a:bodyPr/>
                    <a:lstStyle/>
                    <a:p>
                      <a:pPr algn="l">
                        <a:defRPr sz="900" b="0">
                          <a:solidFill>
                            <a:srgbClr val="1A1A1A"/>
                          </a:solidFill>
                          <a:latin typeface="Calibri"/>
                        </a:defRPr>
                      </a:pPr>
                      <a:r>
                        <a:t>Medical Affairs</a:t>
                      </a:r>
                    </a:p>
                  </a:txBody>
                  <a:tcPr anchor="ctr">
                    <a:solidFill>
                      <a:srgbClr val="FAFAFA"/>
                    </a:solidFill>
                  </a:tcPr>
                </a:tc>
                <a:tc>
                  <a:txBody>
                    <a:bodyPr/>
                    <a:lstStyle/>
                    <a:p>
                      <a:pPr algn="l">
                        <a:defRPr sz="900" b="0">
                          <a:solidFill>
                            <a:srgbClr val="1A1A1A"/>
                          </a:solidFill>
                          <a:latin typeface="Calibri"/>
                        </a:defRPr>
                      </a:pPr>
                      <a:r>
                        <a:t>Automated safety intake, case reporting, aggregate reporting; AI-powered pharmacovigilance from unstructured data sources</a:t>
                      </a:r>
                    </a:p>
                  </a:txBody>
                  <a:tcPr anchor="ctr">
                    <a:solidFill>
                      <a:srgbClr val="FAFAFA"/>
                    </a:solidFill>
                  </a:tcPr>
                </a:tc>
                <a:tc>
                  <a:txBody>
                    <a:bodyPr/>
                    <a:lstStyle/>
                    <a:p>
                      <a:pPr algn="l">
                        <a:defRPr sz="900" b="0">
                          <a:solidFill>
                            <a:srgbClr val="1A1A1A"/>
                          </a:solidFill>
                          <a:latin typeface="Calibri"/>
                        </a:defRPr>
                      </a:pPr>
                      <a:r>
                        <a:t>LLM safety signal extraction; knowledge graph for drug side effects; automated FAERS integration</a:t>
                      </a:r>
                    </a:p>
                  </a:txBody>
                  <a:tcPr anchor="ctr">
                    <a:solidFill>
                      <a:srgbClr val="FAFAFA"/>
                    </a:solidFill>
                  </a:tcPr>
                </a:tc>
                <a:tc>
                  <a:txBody>
                    <a:bodyPr/>
                    <a:lstStyle/>
                    <a:p>
                      <a:pPr algn="l">
                        <a:defRPr sz="900" b="0">
                          <a:solidFill>
                            <a:srgbClr val="1A1A1A"/>
                          </a:solidFill>
                          <a:latin typeface="Calibri"/>
                        </a:defRPr>
                      </a:pPr>
                      <a:r>
                        <a:t>200K+ hours/year saved in safety ops; earlier PV signals; Spearman ~0.42 correlation between social media signals and FAERS data</a:t>
                      </a:r>
                    </a:p>
                  </a:txBody>
                  <a:tcPr anchor="ctr">
                    <a:solidFill>
                      <a:srgbClr val="FAFAFA"/>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7" name="TextBox 6"/>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9</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btfpColumnIndicatorGroup2">
            <a:extLst>
              <a:ext uri="{FF2B5EF4-FFF2-40B4-BE49-F238E27FC236}">
                <a16:creationId xmlns:a16="http://schemas.microsoft.com/office/drawing/2014/main" id="{B92072B4-7542-9886-2888-4CDF6561483E}"/>
              </a:ext>
            </a:extLst>
          </p:cNvPr>
          <p:cNvGrpSpPr/>
          <p:nvPr/>
        </p:nvGrpSpPr>
        <p:grpSpPr>
          <a:xfrm>
            <a:off x="0" y="6926580"/>
            <a:ext cx="12192000" cy="137160"/>
            <a:chOff x="0" y="6926580"/>
            <a:chExt cx="12192000" cy="137160"/>
          </a:xfrm>
        </p:grpSpPr>
        <p:sp>
          <p:nvSpPr>
            <p:cNvPr id="15" name="btfpColumnGapBlocker986338">
              <a:extLst>
                <a:ext uri="{FF2B5EF4-FFF2-40B4-BE49-F238E27FC236}">
                  <a16:creationId xmlns:a16="http://schemas.microsoft.com/office/drawing/2014/main" id="{C8483020-EAD8-C922-9A63-75D4CC555E63}"/>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btfpColumnGapBlocker753609">
              <a:extLst>
                <a:ext uri="{FF2B5EF4-FFF2-40B4-BE49-F238E27FC236}">
                  <a16:creationId xmlns:a16="http://schemas.microsoft.com/office/drawing/2014/main" id="{C17ED896-99D8-0B3E-A862-03E5275ED925}"/>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btfpColumnIndicator362571">
              <a:extLst>
                <a:ext uri="{FF2B5EF4-FFF2-40B4-BE49-F238E27FC236}">
                  <a16:creationId xmlns:a16="http://schemas.microsoft.com/office/drawing/2014/main" id="{C21CD358-90D7-3FA9-4CDB-E1314DB10EE2}"/>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btfpColumnIndicator244649">
              <a:extLst>
                <a:ext uri="{FF2B5EF4-FFF2-40B4-BE49-F238E27FC236}">
                  <a16:creationId xmlns:a16="http://schemas.microsoft.com/office/drawing/2014/main" id="{26E3E913-7B02-6995-73CB-D33F36F411B1}"/>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6" name="btfpColumnIndicatorGroup1">
            <a:extLst>
              <a:ext uri="{FF2B5EF4-FFF2-40B4-BE49-F238E27FC236}">
                <a16:creationId xmlns:a16="http://schemas.microsoft.com/office/drawing/2014/main" id="{75D9132A-6F1D-4A5D-577C-85133DAC9263}"/>
              </a:ext>
            </a:extLst>
          </p:cNvPr>
          <p:cNvGrpSpPr/>
          <p:nvPr/>
        </p:nvGrpSpPr>
        <p:grpSpPr>
          <a:xfrm>
            <a:off x="0" y="-205740"/>
            <a:ext cx="12192000" cy="137160"/>
            <a:chOff x="0" y="-205740"/>
            <a:chExt cx="12192000" cy="137160"/>
          </a:xfrm>
        </p:grpSpPr>
        <p:sp>
          <p:nvSpPr>
            <p:cNvPr id="14" name="btfpColumnGapBlocker710323">
              <a:extLst>
                <a:ext uri="{FF2B5EF4-FFF2-40B4-BE49-F238E27FC236}">
                  <a16:creationId xmlns:a16="http://schemas.microsoft.com/office/drawing/2014/main" id="{CE3129A2-41A0-84D7-9F89-86AD3F655E63}"/>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195761">
              <a:extLst>
                <a:ext uri="{FF2B5EF4-FFF2-40B4-BE49-F238E27FC236}">
                  <a16:creationId xmlns:a16="http://schemas.microsoft.com/office/drawing/2014/main" id="{00F3BAD8-6679-6588-1EB1-5D87BE1801D3}"/>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437048">
              <a:extLst>
                <a:ext uri="{FF2B5EF4-FFF2-40B4-BE49-F238E27FC236}">
                  <a16:creationId xmlns:a16="http://schemas.microsoft.com/office/drawing/2014/main" id="{E6C28A2F-4761-75C0-6F3B-E786C81D5899}"/>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209793">
              <a:extLst>
                <a:ext uri="{FF2B5EF4-FFF2-40B4-BE49-F238E27FC236}">
                  <a16:creationId xmlns:a16="http://schemas.microsoft.com/office/drawing/2014/main" id="{F6C928AA-DEB5-B75F-2E26-CCC150AA7323}"/>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Play 2 Deep Dive: The CRO Disruption Angle</a:t>
            </a:r>
          </a:p>
        </p:txBody>
      </p:sp>
      <p:sp>
        <p:nvSpPr>
          <p:cNvPr id="4" name="TextBox 3"/>
          <p:cNvSpPr txBox="1"/>
          <p:nvPr/>
        </p:nvSpPr>
        <p:spPr>
          <a:xfrm>
            <a:off x="640080" y="822960"/>
            <a:ext cx="10881360" cy="411480"/>
          </a:xfrm>
          <a:prstGeom prst="rect">
            <a:avLst/>
          </a:prstGeom>
          <a:noFill/>
        </p:spPr>
        <p:txBody>
          <a:bodyPr wrap="square">
            <a:spAutoFit/>
          </a:bodyPr>
          <a:lstStyle/>
          <a:p>
            <a:pPr>
              <a:defRPr sz="1300" i="1">
                <a:solidFill>
                  <a:srgbClr val="CC0000"/>
                </a:solidFill>
                <a:latin typeface="Calibri"/>
              </a:defRPr>
            </a:pPr>
            <a:r>
              <a:t>AI will create winners and losers in the $80B CRO market — pharma must be on the right side</a:t>
            </a:r>
          </a:p>
        </p:txBody>
      </p:sp>
      <p:sp>
        <p:nvSpPr>
          <p:cNvPr id="5" name="TextBox 4"/>
          <p:cNvSpPr txBox="1"/>
          <p:nvPr/>
        </p:nvSpPr>
        <p:spPr>
          <a:xfrm>
            <a:off x="640080" y="1280160"/>
            <a:ext cx="10881360" cy="4754880"/>
          </a:xfrm>
          <a:prstGeom prst="rect">
            <a:avLst/>
          </a:prstGeom>
          <a:noFill/>
        </p:spPr>
        <p:txBody>
          <a:bodyPr wrap="square">
            <a:spAutoFit/>
          </a:bodyPr>
          <a:lstStyle/>
          <a:p>
            <a:pPr>
              <a:spcAft>
                <a:spcPts val="300"/>
              </a:spcAft>
              <a:defRPr sz="1300" b="1">
                <a:solidFill>
                  <a:srgbClr val="1A1A1A"/>
                </a:solidFill>
                <a:latin typeface="Calibri"/>
              </a:defRPr>
            </a:pPr>
            <a:r>
              <a:t>CROs at the forefront of AI investment:</a:t>
            </a:r>
          </a:p>
          <a:p>
            <a:pPr lvl="1">
              <a:spcAft>
                <a:spcPts val="300"/>
              </a:spcAft>
              <a:defRPr sz="1100" b="0">
                <a:solidFill>
                  <a:srgbClr val="666666"/>
                </a:solidFill>
                <a:latin typeface="Calibri"/>
              </a:defRPr>
            </a:pPr>
            <a:r>
              <a:t>IQVIA + NVIDIA: Healthcare-grade agentic AI for protocol adherence, data accuracy, oversight across trials</a:t>
            </a:r>
          </a:p>
          <a:p>
            <a:pPr lvl="1">
              <a:spcAft>
                <a:spcPts val="300"/>
              </a:spcAft>
              <a:defRPr sz="1100" b="0">
                <a:solidFill>
                  <a:srgbClr val="666666"/>
                </a:solidFill>
                <a:latin typeface="Calibri"/>
              </a:defRPr>
            </a:pPr>
            <a:r>
              <a:t>PPD (Thermo Fisher) + OpenAI: AI-powered drug development platform from early-stage to commercialization</a:t>
            </a:r>
          </a:p>
          <a:p>
            <a:pPr lvl="1">
              <a:spcAft>
                <a:spcPts val="300"/>
              </a:spcAft>
              <a:defRPr sz="1100" b="0">
                <a:solidFill>
                  <a:srgbClr val="666666"/>
                </a:solidFill>
                <a:latin typeface="Calibri"/>
              </a:defRPr>
            </a:pPr>
            <a:r>
              <a:t>Parexel + Palantir: Enhanced clinical data workflows; AI-native trial operations model</a:t>
            </a:r>
          </a:p>
          <a:p>
            <a:pPr lvl="1">
              <a:spcAft>
                <a:spcPts val="300"/>
              </a:spcAft>
              <a:defRPr sz="1100" b="0">
                <a:solidFill>
                  <a:srgbClr val="666666"/>
                </a:solidFill>
                <a:latin typeface="Calibri"/>
              </a:defRPr>
            </a:pPr>
            <a:r>
              <a:t>Fortrea: AI in Clinical Development initiative; $150M gross savings target</a:t>
            </a:r>
          </a:p>
          <a:p>
            <a:pPr>
              <a:spcAft>
                <a:spcPts val="300"/>
              </a:spcAft>
              <a:defRPr sz="600" b="0">
                <a:solidFill>
                  <a:srgbClr val="1A1A1A"/>
                </a:solidFill>
                <a:latin typeface="Calibri"/>
              </a:defRPr>
            </a:pPr>
            <a:endParaRPr/>
          </a:p>
          <a:p>
            <a:pPr>
              <a:spcAft>
                <a:spcPts val="300"/>
              </a:spcAft>
              <a:defRPr sz="1300" b="1">
                <a:solidFill>
                  <a:srgbClr val="1A1A1A"/>
                </a:solidFill>
                <a:latin typeface="Calibri"/>
              </a:defRPr>
            </a:pPr>
            <a:r>
              <a:t>AI across the full trial lifecycle:</a:t>
            </a:r>
          </a:p>
          <a:p>
            <a:pPr lvl="1">
              <a:spcAft>
                <a:spcPts val="300"/>
              </a:spcAft>
              <a:defRPr sz="1100" b="0">
                <a:solidFill>
                  <a:srgbClr val="666666"/>
                </a:solidFill>
                <a:latin typeface="Calibri"/>
              </a:defRPr>
            </a:pPr>
            <a:r>
              <a:t>Trial Design: AI-supported protocol authoring, IB generation, literature review (esp. SLRs)</a:t>
            </a:r>
          </a:p>
          <a:p>
            <a:pPr lvl="1">
              <a:spcAft>
                <a:spcPts val="300"/>
              </a:spcAft>
              <a:defRPr sz="1100" b="0">
                <a:solidFill>
                  <a:srgbClr val="666666"/>
                </a:solidFill>
                <a:latin typeface="Calibri"/>
              </a:defRPr>
            </a:pPr>
            <a:r>
              <a:t>Trial Start-up: AI/ML site selection and prioritization; site onboarding material generation</a:t>
            </a:r>
          </a:p>
          <a:p>
            <a:pPr lvl="1">
              <a:spcAft>
                <a:spcPts val="300"/>
              </a:spcAft>
              <a:defRPr sz="1100" b="0">
                <a:solidFill>
                  <a:srgbClr val="666666"/>
                </a:solidFill>
                <a:latin typeface="Calibri"/>
              </a:defRPr>
            </a:pPr>
            <a:r>
              <a:t>Patient Recruitment: Patient identification, matching, engagement; modular content generation</a:t>
            </a:r>
          </a:p>
          <a:p>
            <a:pPr lvl="1">
              <a:spcAft>
                <a:spcPts val="300"/>
              </a:spcAft>
              <a:defRPr sz="1100" b="0">
                <a:solidFill>
                  <a:srgbClr val="666666"/>
                </a:solidFill>
                <a:latin typeface="Calibri"/>
              </a:defRPr>
            </a:pPr>
            <a:r>
              <a:t>Data Collection: EDC database build automation; automated data checking/cleaning; CRA co-pilot</a:t>
            </a:r>
          </a:p>
          <a:p>
            <a:pPr lvl="1">
              <a:spcAft>
                <a:spcPts val="300"/>
              </a:spcAft>
              <a:defRPr sz="1100" b="0">
                <a:solidFill>
                  <a:srgbClr val="666666"/>
                </a:solidFill>
                <a:latin typeface="Calibri"/>
              </a:defRPr>
            </a:pPr>
            <a:r>
              <a:t>Trial Close-out: Clinical Study Report generation; regulatory query response drafting</a:t>
            </a:r>
          </a:p>
          <a:p>
            <a:pPr>
              <a:spcAft>
                <a:spcPts val="300"/>
              </a:spcAft>
              <a:defRPr sz="600" b="0">
                <a:solidFill>
                  <a:srgbClr val="1A1A1A"/>
                </a:solidFill>
                <a:latin typeface="Calibri"/>
              </a:defRPr>
            </a:pPr>
            <a:endParaRPr/>
          </a:p>
          <a:p>
            <a:pPr>
              <a:spcAft>
                <a:spcPts val="300"/>
              </a:spcAft>
              <a:defRPr sz="1300" b="1">
                <a:solidFill>
                  <a:srgbClr val="CC0000"/>
                </a:solidFill>
                <a:latin typeface="Calibri"/>
              </a:defRPr>
            </a:pPr>
            <a:r>
              <a:t>The unconventional play:</a:t>
            </a:r>
          </a:p>
          <a:p>
            <a:pPr>
              <a:spcAft>
                <a:spcPts val="300"/>
              </a:spcAft>
              <a:defRPr sz="1200" b="0">
                <a:solidFill>
                  <a:srgbClr val="1A1A1A"/>
                </a:solidFill>
                <a:latin typeface="Calibri"/>
              </a:defRPr>
            </a:pPr>
            <a:r>
              <a:t>Don't just outsource trials — co-develop AI-native trial capabilities with CRO partners. Use AI to reduce scope of what needs to be outsourced while increasing quality of what is retained.</a:t>
            </a:r>
          </a:p>
          <a:p>
            <a:pPr>
              <a:spcAft>
                <a:spcPts val="300"/>
              </a:spcAft>
              <a:defRPr sz="1100" b="0">
                <a:solidFill>
                  <a:srgbClr val="1A1A1A"/>
                </a:solidFill>
                <a:latin typeface="Calibri"/>
              </a:defRPr>
            </a:pPr>
            <a:r>
              <a:t>Value creation levers: Labor optimization (workforce transformation), tech-enabled delivery, AI-driven site strategy, outcome-based pricing enabled by AI prediction confidence</a:t>
            </a:r>
          </a:p>
        </p:txBody>
      </p:sp>
      <p:sp>
        <p:nvSpPr>
          <p:cNvPr id="6" name="TextBox 5"/>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7" name="TextBox 6"/>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10</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btfpColumnIndicatorGroup2">
            <a:extLst>
              <a:ext uri="{FF2B5EF4-FFF2-40B4-BE49-F238E27FC236}">
                <a16:creationId xmlns:a16="http://schemas.microsoft.com/office/drawing/2014/main" id="{3E8E7813-D864-0996-1A18-4E3EB5426AA2}"/>
              </a:ext>
            </a:extLst>
          </p:cNvPr>
          <p:cNvGrpSpPr/>
          <p:nvPr/>
        </p:nvGrpSpPr>
        <p:grpSpPr>
          <a:xfrm>
            <a:off x="0" y="6926580"/>
            <a:ext cx="12192000" cy="137160"/>
            <a:chOff x="0" y="6926580"/>
            <a:chExt cx="12192000" cy="137160"/>
          </a:xfrm>
        </p:grpSpPr>
        <p:sp>
          <p:nvSpPr>
            <p:cNvPr id="61" name="btfpColumnGapBlocker785444">
              <a:extLst>
                <a:ext uri="{FF2B5EF4-FFF2-40B4-BE49-F238E27FC236}">
                  <a16:creationId xmlns:a16="http://schemas.microsoft.com/office/drawing/2014/main" id="{210F02BD-3949-FD40-39D4-F4EEEF38B31F}"/>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btfpColumnGapBlocker485542">
              <a:extLst>
                <a:ext uri="{FF2B5EF4-FFF2-40B4-BE49-F238E27FC236}">
                  <a16:creationId xmlns:a16="http://schemas.microsoft.com/office/drawing/2014/main" id="{57B414F2-DC32-D982-FD53-A9C495D30A76}"/>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7" name="btfpColumnIndicator877656">
              <a:extLst>
                <a:ext uri="{FF2B5EF4-FFF2-40B4-BE49-F238E27FC236}">
                  <a16:creationId xmlns:a16="http://schemas.microsoft.com/office/drawing/2014/main" id="{6FF7BB83-6CED-1B3B-B750-01087D9DDAC8}"/>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5" name="btfpColumnIndicator421681">
              <a:extLst>
                <a:ext uri="{FF2B5EF4-FFF2-40B4-BE49-F238E27FC236}">
                  <a16:creationId xmlns:a16="http://schemas.microsoft.com/office/drawing/2014/main" id="{C059ECA4-D7D4-444D-78D1-351A05BE18B2}"/>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62" name="btfpColumnIndicatorGroup1">
            <a:extLst>
              <a:ext uri="{FF2B5EF4-FFF2-40B4-BE49-F238E27FC236}">
                <a16:creationId xmlns:a16="http://schemas.microsoft.com/office/drawing/2014/main" id="{8D7EBC50-2346-8A29-1F7C-EFC76D735123}"/>
              </a:ext>
            </a:extLst>
          </p:cNvPr>
          <p:cNvGrpSpPr/>
          <p:nvPr/>
        </p:nvGrpSpPr>
        <p:grpSpPr>
          <a:xfrm>
            <a:off x="0" y="-205740"/>
            <a:ext cx="12192000" cy="137160"/>
            <a:chOff x="0" y="-205740"/>
            <a:chExt cx="12192000" cy="137160"/>
          </a:xfrm>
        </p:grpSpPr>
        <p:sp>
          <p:nvSpPr>
            <p:cNvPr id="60" name="btfpColumnGapBlocker379102">
              <a:extLst>
                <a:ext uri="{FF2B5EF4-FFF2-40B4-BE49-F238E27FC236}">
                  <a16:creationId xmlns:a16="http://schemas.microsoft.com/office/drawing/2014/main" id="{B255C604-8B45-E313-BF54-B06B2A399E04}"/>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btfpColumnGapBlocker965027">
              <a:extLst>
                <a:ext uri="{FF2B5EF4-FFF2-40B4-BE49-F238E27FC236}">
                  <a16:creationId xmlns:a16="http://schemas.microsoft.com/office/drawing/2014/main" id="{C046EF69-A433-FFDD-DD6C-8144753B02C0}"/>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6" name="btfpColumnIndicator436071">
              <a:extLst>
                <a:ext uri="{FF2B5EF4-FFF2-40B4-BE49-F238E27FC236}">
                  <a16:creationId xmlns:a16="http://schemas.microsoft.com/office/drawing/2014/main" id="{0959DEBB-8759-0468-2FA2-C69D90E23B9E}"/>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4" name="btfpColumnIndicator371758">
              <a:extLst>
                <a:ext uri="{FF2B5EF4-FFF2-40B4-BE49-F238E27FC236}">
                  <a16:creationId xmlns:a16="http://schemas.microsoft.com/office/drawing/2014/main" id="{9D9A0F07-4A99-DF16-C957-06AE090AC2CC}"/>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2000" cy="6858000"/>
          </a:xfrm>
          <a:prstGeom prst="rect">
            <a:avLst/>
          </a:prstGeom>
          <a:solidFill>
            <a:srgbClr val="14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457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82880"/>
            <a:ext cx="9144000" cy="457200"/>
          </a:xfrm>
          <a:prstGeom prst="rect">
            <a:avLst/>
          </a:prstGeom>
          <a:noFill/>
        </p:spPr>
        <p:txBody>
          <a:bodyPr wrap="none">
            <a:spAutoFit/>
          </a:bodyPr>
          <a:lstStyle/>
          <a:p>
            <a:pPr>
              <a:defRPr sz="2400" b="1">
                <a:solidFill>
                  <a:srgbClr val="FFFFFF"/>
                </a:solidFill>
                <a:latin typeface="Calibri"/>
              </a:defRPr>
            </a:pPr>
            <a:r>
              <a:t>The Clinical Development Machine of the Future</a:t>
            </a:r>
          </a:p>
        </p:txBody>
      </p:sp>
      <p:sp>
        <p:nvSpPr>
          <p:cNvPr id="5" name="TextBox 4"/>
          <p:cNvSpPr txBox="1"/>
          <p:nvPr/>
        </p:nvSpPr>
        <p:spPr>
          <a:xfrm>
            <a:off x="548640" y="640080"/>
            <a:ext cx="9144000" cy="320040"/>
          </a:xfrm>
          <a:prstGeom prst="rect">
            <a:avLst/>
          </a:prstGeom>
          <a:noFill/>
        </p:spPr>
        <p:txBody>
          <a:bodyPr wrap="none">
            <a:spAutoFit/>
          </a:bodyPr>
          <a:lstStyle/>
          <a:p>
            <a:pPr>
              <a:defRPr sz="1200" i="1">
                <a:solidFill>
                  <a:srgbClr val="E64545"/>
                </a:solidFill>
                <a:latin typeface="Calibri"/>
              </a:defRPr>
            </a:pPr>
            <a:r>
              <a:t>From an 18-month sequential process to an AI-native parallel execution engine</a:t>
            </a:r>
          </a:p>
        </p:txBody>
      </p:sp>
      <p:sp>
        <p:nvSpPr>
          <p:cNvPr id="6" name="Rounded Rectangle 5"/>
          <p:cNvSpPr/>
          <p:nvPr/>
        </p:nvSpPr>
        <p:spPr>
          <a:xfrm>
            <a:off x="320040" y="1051560"/>
            <a:ext cx="1556221" cy="548640"/>
          </a:xfrm>
          <a:prstGeom prst="round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defRPr sz="800" b="1">
                <a:solidFill>
                  <a:srgbClr val="FFBDBD"/>
                </a:solidFill>
                <a:latin typeface="Calibri"/>
              </a:defRPr>
            </a:pPr>
            <a:r>
              <a:t>01</a:t>
            </a:r>
          </a:p>
          <a:p>
            <a:pPr algn="ctr">
              <a:spcBef>
                <a:spcPts val="0"/>
              </a:spcBef>
              <a:defRPr sz="900" b="1">
                <a:solidFill>
                  <a:srgbClr val="FFFFFF"/>
                </a:solidFill>
                <a:latin typeface="Calibri"/>
              </a:defRPr>
            </a:pPr>
            <a:r>
              <a:t>Protocol</a:t>
            </a:r>
            <a:br/>
            <a:r>
              <a:t>Design</a:t>
            </a:r>
          </a:p>
        </p:txBody>
      </p:sp>
      <p:sp>
        <p:nvSpPr>
          <p:cNvPr id="7" name="Rounded Rectangle 6"/>
          <p:cNvSpPr/>
          <p:nvPr/>
        </p:nvSpPr>
        <p:spPr>
          <a:xfrm>
            <a:off x="320040" y="1874519"/>
            <a:ext cx="1556221" cy="960120"/>
          </a:xfrm>
          <a:prstGeom prst="roundRect">
            <a:avLst/>
          </a:prstGeom>
          <a:solidFill>
            <a:srgbClr val="3A3A3A"/>
          </a:solidFill>
          <a:ln w="6350">
            <a:solidFill>
              <a:srgbClr val="555555"/>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999999"/>
                </a:solidFill>
                <a:latin typeface="Calibri"/>
              </a:defRPr>
            </a:pPr>
            <a:r>
              <a:t>• Manual literature review</a:t>
            </a:r>
          </a:p>
          <a:p>
            <a:pPr>
              <a:spcAft>
                <a:spcPts val="100"/>
              </a:spcAft>
              <a:defRPr sz="750">
                <a:solidFill>
                  <a:srgbClr val="999999"/>
                </a:solidFill>
                <a:latin typeface="Calibri"/>
              </a:defRPr>
            </a:pPr>
            <a:r>
              <a:t>• 6–12 mo development</a:t>
            </a:r>
          </a:p>
          <a:p>
            <a:pPr>
              <a:spcAft>
                <a:spcPts val="100"/>
              </a:spcAft>
              <a:defRPr sz="750">
                <a:solidFill>
                  <a:srgbClr val="999999"/>
                </a:solidFill>
                <a:latin typeface="Calibri"/>
              </a:defRPr>
            </a:pPr>
            <a:r>
              <a:t>• 30%+ amendment rate</a:t>
            </a:r>
          </a:p>
        </p:txBody>
      </p:sp>
      <p:sp>
        <p:nvSpPr>
          <p:cNvPr id="8" name="Down Arrow 7"/>
          <p:cNvSpPr/>
          <p:nvPr/>
        </p:nvSpPr>
        <p:spPr>
          <a:xfrm>
            <a:off x="960990" y="2880360"/>
            <a:ext cx="274320" cy="274320"/>
          </a:xfrm>
          <a:prstGeom prst="downArrow">
            <a:avLst/>
          </a:prstGeom>
          <a:solidFill>
            <a:srgbClr val="E6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20040" y="3383280"/>
            <a:ext cx="1556221" cy="1097280"/>
          </a:xfrm>
          <a:prstGeom prst="roundRect">
            <a:avLst/>
          </a:prstGeom>
          <a:solidFill>
            <a:srgbClr val="2A0A0A"/>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FFFFFF"/>
                </a:solidFill>
                <a:latin typeface="Calibri"/>
              </a:defRPr>
            </a:pPr>
            <a:r>
              <a:t>✓ AI-generated protocols</a:t>
            </a:r>
          </a:p>
          <a:p>
            <a:pPr>
              <a:spcAft>
                <a:spcPts val="100"/>
              </a:spcAft>
              <a:defRPr sz="750">
                <a:solidFill>
                  <a:srgbClr val="FFFFFF"/>
                </a:solidFill>
                <a:latin typeface="Calibri"/>
              </a:defRPr>
            </a:pPr>
            <a:r>
              <a:t>✓ Predictive amendment</a:t>
            </a:r>
          </a:p>
          <a:p>
            <a:pPr>
              <a:spcAft>
                <a:spcPts val="100"/>
              </a:spcAft>
              <a:defRPr sz="750">
                <a:solidFill>
                  <a:srgbClr val="FFFFFF"/>
                </a:solidFill>
                <a:latin typeface="Calibri"/>
              </a:defRPr>
            </a:pPr>
            <a:r>
              <a:t>✓ avoidance</a:t>
            </a:r>
          </a:p>
          <a:p>
            <a:pPr>
              <a:spcAft>
                <a:spcPts val="100"/>
              </a:spcAft>
              <a:defRPr sz="750">
                <a:solidFill>
                  <a:srgbClr val="FFFFFF"/>
                </a:solidFill>
                <a:latin typeface="Calibri"/>
              </a:defRPr>
            </a:pPr>
            <a:r>
              <a:t>✓ Synthetic control arms</a:t>
            </a:r>
          </a:p>
        </p:txBody>
      </p:sp>
      <p:sp>
        <p:nvSpPr>
          <p:cNvPr id="10" name="Rounded Rectangle 9"/>
          <p:cNvSpPr/>
          <p:nvPr/>
        </p:nvSpPr>
        <p:spPr>
          <a:xfrm>
            <a:off x="320040" y="4617720"/>
            <a:ext cx="1556221" cy="822960"/>
          </a:xfrm>
          <a:prstGeom prst="roundRect">
            <a:avLst/>
          </a:prstGeom>
          <a:solidFill>
            <a:srgbClr val="003D36"/>
          </a:solidFill>
          <a:ln w="9525">
            <a:solidFill>
              <a:srgbClr val="00966C"/>
            </a:solidFill>
          </a:ln>
        </p:spPr>
        <p:style>
          <a:lnRef idx="1">
            <a:schemeClr val="accent1"/>
          </a:lnRef>
          <a:fillRef idx="3">
            <a:schemeClr val="accent1"/>
          </a:fillRef>
          <a:effectRef idx="2">
            <a:schemeClr val="accent1"/>
          </a:effectRef>
          <a:fontRef idx="minor">
            <a:schemeClr val="lt1"/>
          </a:fontRef>
        </p:style>
        <p:txBody>
          <a:bodyPr wrap="square" lIns="36576" tIns="36576" rIns="36576" rtlCol="0" anchor="ctr"/>
          <a:lstStyle/>
          <a:p>
            <a:pPr algn="ctr">
              <a:spcAft>
                <a:spcPts val="0"/>
              </a:spcAft>
              <a:defRPr sz="1800" b="1">
                <a:solidFill>
                  <a:srgbClr val="00966C"/>
                </a:solidFill>
                <a:latin typeface="Calibri"/>
              </a:defRPr>
            </a:pPr>
            <a:r>
              <a:t>50%</a:t>
            </a:r>
          </a:p>
          <a:p>
            <a:pPr algn="ctr">
              <a:spcBef>
                <a:spcPts val="0"/>
              </a:spcBef>
              <a:defRPr sz="700">
                <a:solidFill>
                  <a:srgbClr val="80CCB4"/>
                </a:solidFill>
                <a:latin typeface="Calibri"/>
              </a:defRPr>
            </a:pPr>
            <a:r>
              <a:t>faster protocol</a:t>
            </a:r>
            <a:br/>
            <a:r>
              <a:t>finalization</a:t>
            </a:r>
          </a:p>
        </p:txBody>
      </p:sp>
      <p:sp>
        <p:nvSpPr>
          <p:cNvPr id="11" name="Right Arrow 10"/>
          <p:cNvSpPr/>
          <p:nvPr/>
        </p:nvSpPr>
        <p:spPr>
          <a:xfrm>
            <a:off x="1885405" y="1271016"/>
            <a:ext cx="91440" cy="109728"/>
          </a:xfrm>
          <a:prstGeom prst="rightArrow">
            <a:avLst/>
          </a:prstGeom>
          <a:solidFill>
            <a:srgbClr val="FF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985989" y="1051560"/>
            <a:ext cx="1556221" cy="548640"/>
          </a:xfrm>
          <a:prstGeom prst="round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defRPr sz="800" b="1">
                <a:solidFill>
                  <a:srgbClr val="FFBDBD"/>
                </a:solidFill>
                <a:latin typeface="Calibri"/>
              </a:defRPr>
            </a:pPr>
            <a:r>
              <a:t>02</a:t>
            </a:r>
          </a:p>
          <a:p>
            <a:pPr algn="ctr">
              <a:spcBef>
                <a:spcPts val="0"/>
              </a:spcBef>
              <a:defRPr sz="900" b="1">
                <a:solidFill>
                  <a:srgbClr val="FFFFFF"/>
                </a:solidFill>
                <a:latin typeface="Calibri"/>
              </a:defRPr>
            </a:pPr>
            <a:r>
              <a:t>Site Selection</a:t>
            </a:r>
            <a:br/>
            <a:r>
              <a:t>&amp; Activation</a:t>
            </a:r>
          </a:p>
        </p:txBody>
      </p:sp>
      <p:sp>
        <p:nvSpPr>
          <p:cNvPr id="13" name="Rounded Rectangle 12"/>
          <p:cNvSpPr/>
          <p:nvPr/>
        </p:nvSpPr>
        <p:spPr>
          <a:xfrm>
            <a:off x="1985989" y="1874519"/>
            <a:ext cx="1556221" cy="960120"/>
          </a:xfrm>
          <a:prstGeom prst="roundRect">
            <a:avLst/>
          </a:prstGeom>
          <a:solidFill>
            <a:srgbClr val="3A3A3A"/>
          </a:solidFill>
          <a:ln w="6350">
            <a:solidFill>
              <a:srgbClr val="555555"/>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999999"/>
                </a:solidFill>
                <a:latin typeface="Calibri"/>
              </a:defRPr>
            </a:pPr>
            <a:r>
              <a:t>• Historical bias</a:t>
            </a:r>
          </a:p>
          <a:p>
            <a:pPr>
              <a:spcAft>
                <a:spcPts val="100"/>
              </a:spcAft>
              <a:defRPr sz="750">
                <a:solidFill>
                  <a:srgbClr val="999999"/>
                </a:solidFill>
                <a:latin typeface="Calibri"/>
              </a:defRPr>
            </a:pPr>
            <a:r>
              <a:t>• Manual feasibility</a:t>
            </a:r>
          </a:p>
          <a:p>
            <a:pPr>
              <a:spcAft>
                <a:spcPts val="100"/>
              </a:spcAft>
              <a:defRPr sz="750">
                <a:solidFill>
                  <a:srgbClr val="999999"/>
                </a:solidFill>
                <a:latin typeface="Calibri"/>
              </a:defRPr>
            </a:pPr>
            <a:r>
              <a:t>• 4–6 mo activation</a:t>
            </a:r>
          </a:p>
        </p:txBody>
      </p:sp>
      <p:sp>
        <p:nvSpPr>
          <p:cNvPr id="14" name="Down Arrow 13"/>
          <p:cNvSpPr/>
          <p:nvPr/>
        </p:nvSpPr>
        <p:spPr>
          <a:xfrm>
            <a:off x="2626939" y="2880360"/>
            <a:ext cx="274320" cy="274320"/>
          </a:xfrm>
          <a:prstGeom prst="downArrow">
            <a:avLst/>
          </a:prstGeom>
          <a:solidFill>
            <a:srgbClr val="E6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985989" y="3383280"/>
            <a:ext cx="1556221" cy="1097280"/>
          </a:xfrm>
          <a:prstGeom prst="roundRect">
            <a:avLst/>
          </a:prstGeom>
          <a:solidFill>
            <a:srgbClr val="2A0A0A"/>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FFFFFF"/>
                </a:solidFill>
                <a:latin typeface="Calibri"/>
              </a:defRPr>
            </a:pPr>
            <a:r>
              <a:t>✓ ML scoring from</a:t>
            </a:r>
          </a:p>
          <a:p>
            <a:pPr>
              <a:spcAft>
                <a:spcPts val="100"/>
              </a:spcAft>
              <a:defRPr sz="750">
                <a:solidFill>
                  <a:srgbClr val="FFFFFF"/>
                </a:solidFill>
                <a:latin typeface="Calibri"/>
              </a:defRPr>
            </a:pPr>
            <a:r>
              <a:t>✓ 200+ variables</a:t>
            </a:r>
          </a:p>
          <a:p>
            <a:pPr>
              <a:spcAft>
                <a:spcPts val="100"/>
              </a:spcAft>
              <a:defRPr sz="750">
                <a:solidFill>
                  <a:srgbClr val="FFFFFF"/>
                </a:solidFill>
                <a:latin typeface="Calibri"/>
              </a:defRPr>
            </a:pPr>
            <a:r>
              <a:t>✓ Predictive enrollment</a:t>
            </a:r>
          </a:p>
          <a:p>
            <a:pPr>
              <a:spcAft>
                <a:spcPts val="100"/>
              </a:spcAft>
              <a:defRPr sz="750">
                <a:solidFill>
                  <a:srgbClr val="FFFFFF"/>
                </a:solidFill>
                <a:latin typeface="Calibri"/>
              </a:defRPr>
            </a:pPr>
            <a:r>
              <a:t>✓ modeling</a:t>
            </a:r>
          </a:p>
        </p:txBody>
      </p:sp>
      <p:sp>
        <p:nvSpPr>
          <p:cNvPr id="16" name="Rounded Rectangle 15"/>
          <p:cNvSpPr/>
          <p:nvPr/>
        </p:nvSpPr>
        <p:spPr>
          <a:xfrm>
            <a:off x="1985989" y="4617720"/>
            <a:ext cx="1556221" cy="822960"/>
          </a:xfrm>
          <a:prstGeom prst="roundRect">
            <a:avLst/>
          </a:prstGeom>
          <a:solidFill>
            <a:srgbClr val="003D36"/>
          </a:solidFill>
          <a:ln w="9525">
            <a:solidFill>
              <a:srgbClr val="00966C"/>
            </a:solidFill>
          </a:ln>
        </p:spPr>
        <p:style>
          <a:lnRef idx="1">
            <a:schemeClr val="accent1"/>
          </a:lnRef>
          <a:fillRef idx="3">
            <a:schemeClr val="accent1"/>
          </a:fillRef>
          <a:effectRef idx="2">
            <a:schemeClr val="accent1"/>
          </a:effectRef>
          <a:fontRef idx="minor">
            <a:schemeClr val="lt1"/>
          </a:fontRef>
        </p:style>
        <p:txBody>
          <a:bodyPr wrap="square" lIns="36576" tIns="36576" rIns="36576" rtlCol="0" anchor="ctr"/>
          <a:lstStyle/>
          <a:p>
            <a:pPr algn="ctr">
              <a:spcAft>
                <a:spcPts val="0"/>
              </a:spcAft>
              <a:defRPr sz="1800" b="1">
                <a:solidFill>
                  <a:srgbClr val="00966C"/>
                </a:solidFill>
                <a:latin typeface="Calibri"/>
              </a:defRPr>
            </a:pPr>
            <a:r>
              <a:t>40%</a:t>
            </a:r>
          </a:p>
          <a:p>
            <a:pPr algn="ctr">
              <a:spcBef>
                <a:spcPts val="0"/>
              </a:spcBef>
              <a:defRPr sz="700">
                <a:solidFill>
                  <a:srgbClr val="80CCB4"/>
                </a:solidFill>
                <a:latin typeface="Calibri"/>
              </a:defRPr>
            </a:pPr>
            <a:r>
              <a:t>faster site</a:t>
            </a:r>
            <a:br/>
            <a:r>
              <a:t>activation</a:t>
            </a:r>
          </a:p>
        </p:txBody>
      </p:sp>
      <p:sp>
        <p:nvSpPr>
          <p:cNvPr id="17" name="Right Arrow 16"/>
          <p:cNvSpPr/>
          <p:nvPr/>
        </p:nvSpPr>
        <p:spPr>
          <a:xfrm>
            <a:off x="3551354" y="1271016"/>
            <a:ext cx="91440" cy="109728"/>
          </a:xfrm>
          <a:prstGeom prst="rightArrow">
            <a:avLst/>
          </a:prstGeom>
          <a:solidFill>
            <a:srgbClr val="FF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651938" y="1051560"/>
            <a:ext cx="1556221" cy="548640"/>
          </a:xfrm>
          <a:prstGeom prst="round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defRPr sz="800" b="1">
                <a:solidFill>
                  <a:srgbClr val="FFBDBD"/>
                </a:solidFill>
                <a:latin typeface="Calibri"/>
              </a:defRPr>
            </a:pPr>
            <a:r>
              <a:t>03</a:t>
            </a:r>
          </a:p>
          <a:p>
            <a:pPr algn="ctr">
              <a:spcBef>
                <a:spcPts val="0"/>
              </a:spcBef>
              <a:defRPr sz="900" b="1">
                <a:solidFill>
                  <a:srgbClr val="FFFFFF"/>
                </a:solidFill>
                <a:latin typeface="Calibri"/>
              </a:defRPr>
            </a:pPr>
            <a:r>
              <a:t>Patient</a:t>
            </a:r>
            <a:br/>
            <a:r>
              <a:t>Recruitment</a:t>
            </a:r>
          </a:p>
        </p:txBody>
      </p:sp>
      <p:sp>
        <p:nvSpPr>
          <p:cNvPr id="19" name="Rounded Rectangle 18"/>
          <p:cNvSpPr/>
          <p:nvPr/>
        </p:nvSpPr>
        <p:spPr>
          <a:xfrm>
            <a:off x="3651938" y="1874519"/>
            <a:ext cx="1556221" cy="960120"/>
          </a:xfrm>
          <a:prstGeom prst="roundRect">
            <a:avLst/>
          </a:prstGeom>
          <a:solidFill>
            <a:srgbClr val="3A3A3A"/>
          </a:solidFill>
          <a:ln w="6350">
            <a:solidFill>
              <a:srgbClr val="555555"/>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999999"/>
                </a:solidFill>
                <a:latin typeface="Calibri"/>
              </a:defRPr>
            </a:pPr>
            <a:r>
              <a:t>• 20–40% screen failure</a:t>
            </a:r>
          </a:p>
          <a:p>
            <a:pPr>
              <a:spcAft>
                <a:spcPts val="100"/>
              </a:spcAft>
              <a:defRPr sz="750">
                <a:solidFill>
                  <a:srgbClr val="999999"/>
                </a:solidFill>
                <a:latin typeface="Calibri"/>
              </a:defRPr>
            </a:pPr>
            <a:r>
              <a:t>• Slow enrollment</a:t>
            </a:r>
          </a:p>
          <a:p>
            <a:pPr>
              <a:spcAft>
                <a:spcPts val="100"/>
              </a:spcAft>
              <a:defRPr sz="750">
                <a:solidFill>
                  <a:srgbClr val="999999"/>
                </a:solidFill>
                <a:latin typeface="Calibri"/>
              </a:defRPr>
            </a:pPr>
            <a:r>
              <a:t>• Limited diversity</a:t>
            </a:r>
          </a:p>
        </p:txBody>
      </p:sp>
      <p:sp>
        <p:nvSpPr>
          <p:cNvPr id="20" name="Down Arrow 19"/>
          <p:cNvSpPr/>
          <p:nvPr/>
        </p:nvSpPr>
        <p:spPr>
          <a:xfrm>
            <a:off x="4292888" y="2880360"/>
            <a:ext cx="274320" cy="274320"/>
          </a:xfrm>
          <a:prstGeom prst="downArrow">
            <a:avLst/>
          </a:prstGeom>
          <a:solidFill>
            <a:srgbClr val="E6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651938" y="3383280"/>
            <a:ext cx="1556221" cy="1097280"/>
          </a:xfrm>
          <a:prstGeom prst="roundRect">
            <a:avLst/>
          </a:prstGeom>
          <a:solidFill>
            <a:srgbClr val="2A0A0A"/>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FFFFFF"/>
                </a:solidFill>
                <a:latin typeface="Calibri"/>
              </a:defRPr>
            </a:pPr>
            <a:r>
              <a:t>✓ AI patient matching</a:t>
            </a:r>
          </a:p>
          <a:p>
            <a:pPr>
              <a:spcAft>
                <a:spcPts val="100"/>
              </a:spcAft>
              <a:defRPr sz="750">
                <a:solidFill>
                  <a:srgbClr val="FFFFFF"/>
                </a:solidFill>
                <a:latin typeface="Calibri"/>
              </a:defRPr>
            </a:pPr>
            <a:r>
              <a:t>✓ from EHR/claims</a:t>
            </a:r>
          </a:p>
          <a:p>
            <a:pPr>
              <a:spcAft>
                <a:spcPts val="100"/>
              </a:spcAft>
              <a:defRPr sz="750">
                <a:solidFill>
                  <a:srgbClr val="FFFFFF"/>
                </a:solidFill>
                <a:latin typeface="Calibri"/>
              </a:defRPr>
            </a:pPr>
            <a:r>
              <a:t>✓ Digital biomarker</a:t>
            </a:r>
          </a:p>
          <a:p>
            <a:pPr>
              <a:spcAft>
                <a:spcPts val="100"/>
              </a:spcAft>
              <a:defRPr sz="750">
                <a:solidFill>
                  <a:srgbClr val="FFFFFF"/>
                </a:solidFill>
                <a:latin typeface="Calibri"/>
              </a:defRPr>
            </a:pPr>
            <a:r>
              <a:t>✓ pre-screening</a:t>
            </a:r>
          </a:p>
        </p:txBody>
      </p:sp>
      <p:sp>
        <p:nvSpPr>
          <p:cNvPr id="22" name="Rounded Rectangle 21"/>
          <p:cNvSpPr/>
          <p:nvPr/>
        </p:nvSpPr>
        <p:spPr>
          <a:xfrm>
            <a:off x="3651938" y="4617720"/>
            <a:ext cx="1556221" cy="822960"/>
          </a:xfrm>
          <a:prstGeom prst="roundRect">
            <a:avLst/>
          </a:prstGeom>
          <a:solidFill>
            <a:srgbClr val="003D36"/>
          </a:solidFill>
          <a:ln w="9525">
            <a:solidFill>
              <a:srgbClr val="00966C"/>
            </a:solidFill>
          </a:ln>
        </p:spPr>
        <p:style>
          <a:lnRef idx="1">
            <a:schemeClr val="accent1"/>
          </a:lnRef>
          <a:fillRef idx="3">
            <a:schemeClr val="accent1"/>
          </a:fillRef>
          <a:effectRef idx="2">
            <a:schemeClr val="accent1"/>
          </a:effectRef>
          <a:fontRef idx="minor">
            <a:schemeClr val="lt1"/>
          </a:fontRef>
        </p:style>
        <p:txBody>
          <a:bodyPr wrap="square" lIns="36576" tIns="36576" rIns="36576" rtlCol="0" anchor="ctr"/>
          <a:lstStyle/>
          <a:p>
            <a:pPr algn="ctr">
              <a:spcAft>
                <a:spcPts val="0"/>
              </a:spcAft>
              <a:defRPr sz="1800" b="1">
                <a:solidFill>
                  <a:srgbClr val="00966C"/>
                </a:solidFill>
                <a:latin typeface="Calibri"/>
              </a:defRPr>
            </a:pPr>
            <a:r>
              <a:t>2×</a:t>
            </a:r>
          </a:p>
          <a:p>
            <a:pPr algn="ctr">
              <a:spcBef>
                <a:spcPts val="0"/>
              </a:spcBef>
              <a:defRPr sz="700">
                <a:solidFill>
                  <a:srgbClr val="80CCB4"/>
                </a:solidFill>
                <a:latin typeface="Calibri"/>
              </a:defRPr>
            </a:pPr>
            <a:r>
              <a:t>enrollment</a:t>
            </a:r>
            <a:br/>
            <a:r>
              <a:t>velocity</a:t>
            </a:r>
          </a:p>
        </p:txBody>
      </p:sp>
      <p:sp>
        <p:nvSpPr>
          <p:cNvPr id="23" name="Right Arrow 22"/>
          <p:cNvSpPr/>
          <p:nvPr/>
        </p:nvSpPr>
        <p:spPr>
          <a:xfrm>
            <a:off x="5217303" y="1271016"/>
            <a:ext cx="91440" cy="109728"/>
          </a:xfrm>
          <a:prstGeom prst="rightArrow">
            <a:avLst/>
          </a:prstGeom>
          <a:solidFill>
            <a:srgbClr val="FF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17887" y="1051560"/>
            <a:ext cx="1556221" cy="548640"/>
          </a:xfrm>
          <a:prstGeom prst="round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defRPr sz="800" b="1">
                <a:solidFill>
                  <a:srgbClr val="FFBDBD"/>
                </a:solidFill>
                <a:latin typeface="Calibri"/>
              </a:defRPr>
            </a:pPr>
            <a:r>
              <a:t>04</a:t>
            </a:r>
          </a:p>
          <a:p>
            <a:pPr algn="ctr">
              <a:spcBef>
                <a:spcPts val="0"/>
              </a:spcBef>
              <a:defRPr sz="900" b="1">
                <a:solidFill>
                  <a:srgbClr val="FFFFFF"/>
                </a:solidFill>
                <a:latin typeface="Calibri"/>
              </a:defRPr>
            </a:pPr>
            <a:r>
              <a:t>Trial Conduct</a:t>
            </a:r>
            <a:br/>
            <a:r>
              <a:t>&amp; Monitoring</a:t>
            </a:r>
          </a:p>
        </p:txBody>
      </p:sp>
      <p:sp>
        <p:nvSpPr>
          <p:cNvPr id="25" name="Rounded Rectangle 24"/>
          <p:cNvSpPr/>
          <p:nvPr/>
        </p:nvSpPr>
        <p:spPr>
          <a:xfrm>
            <a:off x="5317887" y="1874519"/>
            <a:ext cx="1556221" cy="960120"/>
          </a:xfrm>
          <a:prstGeom prst="roundRect">
            <a:avLst/>
          </a:prstGeom>
          <a:solidFill>
            <a:srgbClr val="3A3A3A"/>
          </a:solidFill>
          <a:ln w="6350">
            <a:solidFill>
              <a:srgbClr val="555555"/>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999999"/>
                </a:solidFill>
                <a:latin typeface="Calibri"/>
              </a:defRPr>
            </a:pPr>
            <a:r>
              <a:t>• Manual monitoring</a:t>
            </a:r>
          </a:p>
          <a:p>
            <a:pPr>
              <a:spcAft>
                <a:spcPts val="100"/>
              </a:spcAft>
              <a:defRPr sz="750">
                <a:solidFill>
                  <a:srgbClr val="999999"/>
                </a:solidFill>
                <a:latin typeface="Calibri"/>
              </a:defRPr>
            </a:pPr>
            <a:r>
              <a:t>• Reactive risk mgmt</a:t>
            </a:r>
          </a:p>
          <a:p>
            <a:pPr>
              <a:spcAft>
                <a:spcPts val="100"/>
              </a:spcAft>
              <a:defRPr sz="750">
                <a:solidFill>
                  <a:srgbClr val="999999"/>
                </a:solidFill>
                <a:latin typeface="Calibri"/>
              </a:defRPr>
            </a:pPr>
            <a:r>
              <a:t>• Paper-heavy process</a:t>
            </a:r>
          </a:p>
        </p:txBody>
      </p:sp>
      <p:sp>
        <p:nvSpPr>
          <p:cNvPr id="26" name="Down Arrow 25"/>
          <p:cNvSpPr/>
          <p:nvPr/>
        </p:nvSpPr>
        <p:spPr>
          <a:xfrm>
            <a:off x="5958837" y="2880360"/>
            <a:ext cx="274320" cy="274320"/>
          </a:xfrm>
          <a:prstGeom prst="downArrow">
            <a:avLst/>
          </a:prstGeom>
          <a:solidFill>
            <a:srgbClr val="E6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317887" y="3383280"/>
            <a:ext cx="1556221" cy="1097280"/>
          </a:xfrm>
          <a:prstGeom prst="roundRect">
            <a:avLst/>
          </a:prstGeom>
          <a:solidFill>
            <a:srgbClr val="2A0A0A"/>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FFFFFF"/>
                </a:solidFill>
                <a:latin typeface="Calibri"/>
              </a:defRPr>
            </a:pPr>
            <a:r>
              <a:t>✓ AI CRA co-pilot</a:t>
            </a:r>
          </a:p>
          <a:p>
            <a:pPr>
              <a:spcAft>
                <a:spcPts val="100"/>
              </a:spcAft>
              <a:defRPr sz="750">
                <a:solidFill>
                  <a:srgbClr val="FFFFFF"/>
                </a:solidFill>
                <a:latin typeface="Calibri"/>
              </a:defRPr>
            </a:pPr>
            <a:r>
              <a:t>✓ Risk-based monitoring</a:t>
            </a:r>
          </a:p>
          <a:p>
            <a:pPr>
              <a:spcAft>
                <a:spcPts val="100"/>
              </a:spcAft>
              <a:defRPr sz="750">
                <a:solidFill>
                  <a:srgbClr val="FFFFFF"/>
                </a:solidFill>
                <a:latin typeface="Calibri"/>
              </a:defRPr>
            </a:pPr>
            <a:r>
              <a:t>✓ Real-time deviation</a:t>
            </a:r>
          </a:p>
          <a:p>
            <a:pPr>
              <a:spcAft>
                <a:spcPts val="100"/>
              </a:spcAft>
              <a:defRPr sz="750">
                <a:solidFill>
                  <a:srgbClr val="FFFFFF"/>
                </a:solidFill>
                <a:latin typeface="Calibri"/>
              </a:defRPr>
            </a:pPr>
            <a:r>
              <a:t>✓ detection</a:t>
            </a:r>
          </a:p>
        </p:txBody>
      </p:sp>
      <p:sp>
        <p:nvSpPr>
          <p:cNvPr id="28" name="Rounded Rectangle 27"/>
          <p:cNvSpPr/>
          <p:nvPr/>
        </p:nvSpPr>
        <p:spPr>
          <a:xfrm>
            <a:off x="5317887" y="4617720"/>
            <a:ext cx="1556221" cy="822960"/>
          </a:xfrm>
          <a:prstGeom prst="roundRect">
            <a:avLst/>
          </a:prstGeom>
          <a:solidFill>
            <a:srgbClr val="003D36"/>
          </a:solidFill>
          <a:ln w="9525">
            <a:solidFill>
              <a:srgbClr val="00966C"/>
            </a:solidFill>
          </a:ln>
        </p:spPr>
        <p:style>
          <a:lnRef idx="1">
            <a:schemeClr val="accent1"/>
          </a:lnRef>
          <a:fillRef idx="3">
            <a:schemeClr val="accent1"/>
          </a:fillRef>
          <a:effectRef idx="2">
            <a:schemeClr val="accent1"/>
          </a:effectRef>
          <a:fontRef idx="minor">
            <a:schemeClr val="lt1"/>
          </a:fontRef>
        </p:style>
        <p:txBody>
          <a:bodyPr wrap="square" lIns="36576" tIns="36576" rIns="36576" rtlCol="0" anchor="ctr"/>
          <a:lstStyle/>
          <a:p>
            <a:pPr algn="ctr">
              <a:spcAft>
                <a:spcPts val="0"/>
              </a:spcAft>
              <a:defRPr sz="1800" b="1">
                <a:solidFill>
                  <a:srgbClr val="00966C"/>
                </a:solidFill>
                <a:latin typeface="Calibri"/>
              </a:defRPr>
            </a:pPr>
            <a:r>
              <a:t>60%</a:t>
            </a:r>
          </a:p>
          <a:p>
            <a:pPr algn="ctr">
              <a:spcBef>
                <a:spcPts val="0"/>
              </a:spcBef>
              <a:defRPr sz="700">
                <a:solidFill>
                  <a:srgbClr val="80CCB4"/>
                </a:solidFill>
                <a:latin typeface="Calibri"/>
              </a:defRPr>
            </a:pPr>
            <a:r>
              <a:t>fewer monitoring</a:t>
            </a:r>
            <a:br/>
            <a:r>
              <a:t>visits needed</a:t>
            </a:r>
          </a:p>
        </p:txBody>
      </p:sp>
      <p:sp>
        <p:nvSpPr>
          <p:cNvPr id="29" name="Right Arrow 28"/>
          <p:cNvSpPr/>
          <p:nvPr/>
        </p:nvSpPr>
        <p:spPr>
          <a:xfrm>
            <a:off x="6883252" y="1271016"/>
            <a:ext cx="91440" cy="109728"/>
          </a:xfrm>
          <a:prstGeom prst="rightArrow">
            <a:avLst/>
          </a:prstGeom>
          <a:solidFill>
            <a:srgbClr val="FF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983836" y="1051560"/>
            <a:ext cx="1556221" cy="548640"/>
          </a:xfrm>
          <a:prstGeom prst="round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defRPr sz="800" b="1">
                <a:solidFill>
                  <a:srgbClr val="FFBDBD"/>
                </a:solidFill>
                <a:latin typeface="Calibri"/>
              </a:defRPr>
            </a:pPr>
            <a:r>
              <a:t>05</a:t>
            </a:r>
          </a:p>
          <a:p>
            <a:pPr algn="ctr">
              <a:spcBef>
                <a:spcPts val="0"/>
              </a:spcBef>
              <a:defRPr sz="900" b="1">
                <a:solidFill>
                  <a:srgbClr val="FFFFFF"/>
                </a:solidFill>
                <a:latin typeface="Calibri"/>
              </a:defRPr>
            </a:pPr>
            <a:r>
              <a:t>Data &amp;</a:t>
            </a:r>
            <a:br/>
            <a:r>
              <a:t>Safety</a:t>
            </a:r>
          </a:p>
        </p:txBody>
      </p:sp>
      <p:sp>
        <p:nvSpPr>
          <p:cNvPr id="31" name="Rounded Rectangle 30"/>
          <p:cNvSpPr/>
          <p:nvPr/>
        </p:nvSpPr>
        <p:spPr>
          <a:xfrm>
            <a:off x="6983836" y="1874519"/>
            <a:ext cx="1556221" cy="960120"/>
          </a:xfrm>
          <a:prstGeom prst="roundRect">
            <a:avLst/>
          </a:prstGeom>
          <a:solidFill>
            <a:srgbClr val="3A3A3A"/>
          </a:solidFill>
          <a:ln w="6350">
            <a:solidFill>
              <a:srgbClr val="555555"/>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999999"/>
                </a:solidFill>
                <a:latin typeface="Calibri"/>
              </a:defRPr>
            </a:pPr>
            <a:r>
              <a:t>• Manual data cleaning</a:t>
            </a:r>
          </a:p>
          <a:p>
            <a:pPr>
              <a:spcAft>
                <a:spcPts val="100"/>
              </a:spcAft>
              <a:defRPr sz="750">
                <a:solidFill>
                  <a:srgbClr val="999999"/>
                </a:solidFill>
                <a:latin typeface="Calibri"/>
              </a:defRPr>
            </a:pPr>
            <a:r>
              <a:t>• Delayed safety signals</a:t>
            </a:r>
          </a:p>
          <a:p>
            <a:pPr>
              <a:spcAft>
                <a:spcPts val="100"/>
              </a:spcAft>
              <a:defRPr sz="750">
                <a:solidFill>
                  <a:srgbClr val="999999"/>
                </a:solidFill>
                <a:latin typeface="Calibri"/>
              </a:defRPr>
            </a:pPr>
            <a:r>
              <a:t>• Siloed pharmacovigilance</a:t>
            </a:r>
          </a:p>
        </p:txBody>
      </p:sp>
      <p:sp>
        <p:nvSpPr>
          <p:cNvPr id="32" name="Down Arrow 31"/>
          <p:cNvSpPr/>
          <p:nvPr/>
        </p:nvSpPr>
        <p:spPr>
          <a:xfrm>
            <a:off x="7624786" y="2880360"/>
            <a:ext cx="274320" cy="274320"/>
          </a:xfrm>
          <a:prstGeom prst="downArrow">
            <a:avLst/>
          </a:prstGeom>
          <a:solidFill>
            <a:srgbClr val="E6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983836" y="3383280"/>
            <a:ext cx="1556221" cy="1097280"/>
          </a:xfrm>
          <a:prstGeom prst="roundRect">
            <a:avLst/>
          </a:prstGeom>
          <a:solidFill>
            <a:srgbClr val="2A0A0A"/>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FFFFFF"/>
                </a:solidFill>
                <a:latin typeface="Calibri"/>
              </a:defRPr>
            </a:pPr>
            <a:r>
              <a:t>✓ Automated validation</a:t>
            </a:r>
          </a:p>
          <a:p>
            <a:pPr>
              <a:spcAft>
                <a:spcPts val="100"/>
              </a:spcAft>
              <a:defRPr sz="750">
                <a:solidFill>
                  <a:srgbClr val="FFFFFF"/>
                </a:solidFill>
                <a:latin typeface="Calibri"/>
              </a:defRPr>
            </a:pPr>
            <a:r>
              <a:t>✓ LLM signal extraction</a:t>
            </a:r>
          </a:p>
          <a:p>
            <a:pPr>
              <a:spcAft>
                <a:spcPts val="100"/>
              </a:spcAft>
              <a:defRPr sz="750">
                <a:solidFill>
                  <a:srgbClr val="FFFFFF"/>
                </a:solidFill>
                <a:latin typeface="Calibri"/>
              </a:defRPr>
            </a:pPr>
            <a:r>
              <a:t>✓ Continuous PV from</a:t>
            </a:r>
          </a:p>
          <a:p>
            <a:pPr>
              <a:spcAft>
                <a:spcPts val="100"/>
              </a:spcAft>
              <a:defRPr sz="750">
                <a:solidFill>
                  <a:srgbClr val="FFFFFF"/>
                </a:solidFill>
                <a:latin typeface="Calibri"/>
              </a:defRPr>
            </a:pPr>
            <a:r>
              <a:t>✓ social &amp; EHR</a:t>
            </a:r>
          </a:p>
        </p:txBody>
      </p:sp>
      <p:sp>
        <p:nvSpPr>
          <p:cNvPr id="34" name="Rounded Rectangle 33"/>
          <p:cNvSpPr/>
          <p:nvPr/>
        </p:nvSpPr>
        <p:spPr>
          <a:xfrm>
            <a:off x="6983836" y="4617720"/>
            <a:ext cx="1556221" cy="822960"/>
          </a:xfrm>
          <a:prstGeom prst="roundRect">
            <a:avLst/>
          </a:prstGeom>
          <a:solidFill>
            <a:srgbClr val="003D36"/>
          </a:solidFill>
          <a:ln w="9525">
            <a:solidFill>
              <a:srgbClr val="00966C"/>
            </a:solidFill>
          </a:ln>
        </p:spPr>
        <p:style>
          <a:lnRef idx="1">
            <a:schemeClr val="accent1"/>
          </a:lnRef>
          <a:fillRef idx="3">
            <a:schemeClr val="accent1"/>
          </a:fillRef>
          <a:effectRef idx="2">
            <a:schemeClr val="accent1"/>
          </a:effectRef>
          <a:fontRef idx="minor">
            <a:schemeClr val="lt1"/>
          </a:fontRef>
        </p:style>
        <p:txBody>
          <a:bodyPr wrap="square" lIns="36576" tIns="36576" rIns="36576" rtlCol="0" anchor="ctr"/>
          <a:lstStyle/>
          <a:p>
            <a:pPr algn="ctr">
              <a:spcAft>
                <a:spcPts val="0"/>
              </a:spcAft>
              <a:defRPr sz="1800" b="1">
                <a:solidFill>
                  <a:srgbClr val="00966C"/>
                </a:solidFill>
                <a:latin typeface="Calibri"/>
              </a:defRPr>
            </a:pPr>
            <a:r>
              <a:t>200K+</a:t>
            </a:r>
          </a:p>
          <a:p>
            <a:pPr algn="ctr">
              <a:spcBef>
                <a:spcPts val="0"/>
              </a:spcBef>
              <a:defRPr sz="700">
                <a:solidFill>
                  <a:srgbClr val="80CCB4"/>
                </a:solidFill>
                <a:latin typeface="Calibri"/>
              </a:defRPr>
            </a:pPr>
            <a:r>
              <a:t>hours saved</a:t>
            </a:r>
            <a:br/>
            <a:r>
              <a:t>per year</a:t>
            </a:r>
          </a:p>
        </p:txBody>
      </p:sp>
      <p:sp>
        <p:nvSpPr>
          <p:cNvPr id="35" name="Right Arrow 34"/>
          <p:cNvSpPr/>
          <p:nvPr/>
        </p:nvSpPr>
        <p:spPr>
          <a:xfrm>
            <a:off x="8549201" y="1271016"/>
            <a:ext cx="91440" cy="109728"/>
          </a:xfrm>
          <a:prstGeom prst="rightArrow">
            <a:avLst/>
          </a:prstGeom>
          <a:solidFill>
            <a:srgbClr val="FF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649785" y="1051560"/>
            <a:ext cx="1556221" cy="548640"/>
          </a:xfrm>
          <a:prstGeom prst="round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defRPr sz="800" b="1">
                <a:solidFill>
                  <a:srgbClr val="FFBDBD"/>
                </a:solidFill>
                <a:latin typeface="Calibri"/>
              </a:defRPr>
            </a:pPr>
            <a:r>
              <a:t>06</a:t>
            </a:r>
          </a:p>
          <a:p>
            <a:pPr algn="ctr">
              <a:spcBef>
                <a:spcPts val="0"/>
              </a:spcBef>
              <a:defRPr sz="900" b="1">
                <a:solidFill>
                  <a:srgbClr val="FFFFFF"/>
                </a:solidFill>
                <a:latin typeface="Calibri"/>
              </a:defRPr>
            </a:pPr>
            <a:r>
              <a:t>Regulatory</a:t>
            </a:r>
            <a:br/>
            <a:r>
              <a:t>Submission</a:t>
            </a:r>
          </a:p>
        </p:txBody>
      </p:sp>
      <p:sp>
        <p:nvSpPr>
          <p:cNvPr id="37" name="Rounded Rectangle 36"/>
          <p:cNvSpPr/>
          <p:nvPr/>
        </p:nvSpPr>
        <p:spPr>
          <a:xfrm>
            <a:off x="8649785" y="1874519"/>
            <a:ext cx="1556221" cy="960120"/>
          </a:xfrm>
          <a:prstGeom prst="roundRect">
            <a:avLst/>
          </a:prstGeom>
          <a:solidFill>
            <a:srgbClr val="3A3A3A"/>
          </a:solidFill>
          <a:ln w="6350">
            <a:solidFill>
              <a:srgbClr val="555555"/>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999999"/>
                </a:solidFill>
                <a:latin typeface="Calibri"/>
              </a:defRPr>
            </a:pPr>
            <a:r>
              <a:t>• Manual CSR writing</a:t>
            </a:r>
          </a:p>
          <a:p>
            <a:pPr>
              <a:spcAft>
                <a:spcPts val="100"/>
              </a:spcAft>
              <a:defRPr sz="750">
                <a:solidFill>
                  <a:srgbClr val="999999"/>
                </a:solidFill>
                <a:latin typeface="Calibri"/>
              </a:defRPr>
            </a:pPr>
            <a:r>
              <a:t>• Reactive query responses</a:t>
            </a:r>
          </a:p>
          <a:p>
            <a:pPr>
              <a:spcAft>
                <a:spcPts val="100"/>
              </a:spcAft>
              <a:defRPr sz="750">
                <a:solidFill>
                  <a:srgbClr val="999999"/>
                </a:solidFill>
                <a:latin typeface="Calibri"/>
              </a:defRPr>
            </a:pPr>
            <a:r>
              <a:t>• Sequential submissions</a:t>
            </a:r>
          </a:p>
        </p:txBody>
      </p:sp>
      <p:sp>
        <p:nvSpPr>
          <p:cNvPr id="38" name="Down Arrow 37"/>
          <p:cNvSpPr/>
          <p:nvPr/>
        </p:nvSpPr>
        <p:spPr>
          <a:xfrm>
            <a:off x="9290735" y="2880360"/>
            <a:ext cx="274320" cy="274320"/>
          </a:xfrm>
          <a:prstGeom prst="downArrow">
            <a:avLst/>
          </a:prstGeom>
          <a:solidFill>
            <a:srgbClr val="E6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8649785" y="3383280"/>
            <a:ext cx="1556221" cy="1097280"/>
          </a:xfrm>
          <a:prstGeom prst="roundRect">
            <a:avLst/>
          </a:prstGeom>
          <a:solidFill>
            <a:srgbClr val="2A0A0A"/>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FFFFFF"/>
                </a:solidFill>
                <a:latin typeface="Calibri"/>
              </a:defRPr>
            </a:pPr>
            <a:r>
              <a:t>✓ AI-generated CSRs</a:t>
            </a:r>
          </a:p>
          <a:p>
            <a:pPr>
              <a:spcAft>
                <a:spcPts val="100"/>
              </a:spcAft>
              <a:defRPr sz="750">
                <a:solidFill>
                  <a:srgbClr val="FFFFFF"/>
                </a:solidFill>
                <a:latin typeface="Calibri"/>
              </a:defRPr>
            </a:pPr>
            <a:r>
              <a:t>✓ Regulatory query</a:t>
            </a:r>
          </a:p>
          <a:p>
            <a:pPr>
              <a:spcAft>
                <a:spcPts val="100"/>
              </a:spcAft>
              <a:defRPr sz="750">
                <a:solidFill>
                  <a:srgbClr val="FFFFFF"/>
                </a:solidFill>
                <a:latin typeface="Calibri"/>
              </a:defRPr>
            </a:pPr>
            <a:r>
              <a:t>✓ prediction</a:t>
            </a:r>
          </a:p>
          <a:p>
            <a:pPr>
              <a:spcAft>
                <a:spcPts val="100"/>
              </a:spcAft>
              <a:defRPr sz="750">
                <a:solidFill>
                  <a:srgbClr val="FFFFFF"/>
                </a:solidFill>
                <a:latin typeface="Calibri"/>
              </a:defRPr>
            </a:pPr>
            <a:r>
              <a:t>✓ Automated dossiers</a:t>
            </a:r>
          </a:p>
        </p:txBody>
      </p:sp>
      <p:sp>
        <p:nvSpPr>
          <p:cNvPr id="40" name="Rounded Rectangle 39"/>
          <p:cNvSpPr/>
          <p:nvPr/>
        </p:nvSpPr>
        <p:spPr>
          <a:xfrm>
            <a:off x="8649785" y="4617720"/>
            <a:ext cx="1556221" cy="822960"/>
          </a:xfrm>
          <a:prstGeom prst="roundRect">
            <a:avLst/>
          </a:prstGeom>
          <a:solidFill>
            <a:srgbClr val="003D36"/>
          </a:solidFill>
          <a:ln w="9525">
            <a:solidFill>
              <a:srgbClr val="00966C"/>
            </a:solidFill>
          </a:ln>
        </p:spPr>
        <p:style>
          <a:lnRef idx="1">
            <a:schemeClr val="accent1"/>
          </a:lnRef>
          <a:fillRef idx="3">
            <a:schemeClr val="accent1"/>
          </a:fillRef>
          <a:effectRef idx="2">
            <a:schemeClr val="accent1"/>
          </a:effectRef>
          <a:fontRef idx="minor">
            <a:schemeClr val="lt1"/>
          </a:fontRef>
        </p:style>
        <p:txBody>
          <a:bodyPr wrap="square" lIns="36576" tIns="36576" rIns="36576" rtlCol="0" anchor="ctr"/>
          <a:lstStyle/>
          <a:p>
            <a:pPr algn="ctr">
              <a:spcAft>
                <a:spcPts val="0"/>
              </a:spcAft>
              <a:defRPr sz="1800" b="1">
                <a:solidFill>
                  <a:srgbClr val="00966C"/>
                </a:solidFill>
                <a:latin typeface="Calibri"/>
              </a:defRPr>
            </a:pPr>
            <a:r>
              <a:t>40%</a:t>
            </a:r>
          </a:p>
          <a:p>
            <a:pPr algn="ctr">
              <a:spcBef>
                <a:spcPts val="0"/>
              </a:spcBef>
              <a:defRPr sz="700">
                <a:solidFill>
                  <a:srgbClr val="80CCB4"/>
                </a:solidFill>
                <a:latin typeface="Calibri"/>
              </a:defRPr>
            </a:pPr>
            <a:r>
              <a:t>faster</a:t>
            </a:r>
            <a:br/>
            <a:r>
              <a:t>submission prep</a:t>
            </a:r>
          </a:p>
        </p:txBody>
      </p:sp>
      <p:sp>
        <p:nvSpPr>
          <p:cNvPr id="41" name="Right Arrow 40"/>
          <p:cNvSpPr/>
          <p:nvPr/>
        </p:nvSpPr>
        <p:spPr>
          <a:xfrm>
            <a:off x="10215150" y="1271016"/>
            <a:ext cx="91440" cy="109728"/>
          </a:xfrm>
          <a:prstGeom prst="rightArrow">
            <a:avLst/>
          </a:prstGeom>
          <a:solidFill>
            <a:srgbClr val="FF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10315734" y="1051560"/>
            <a:ext cx="1556221" cy="548640"/>
          </a:xfrm>
          <a:prstGeom prst="round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defRPr sz="800" b="1">
                <a:solidFill>
                  <a:srgbClr val="FFBDBD"/>
                </a:solidFill>
                <a:latin typeface="Calibri"/>
              </a:defRPr>
            </a:pPr>
            <a:r>
              <a:t>07</a:t>
            </a:r>
          </a:p>
          <a:p>
            <a:pPr algn="ctr">
              <a:spcBef>
                <a:spcPts val="0"/>
              </a:spcBef>
              <a:defRPr sz="900" b="1">
                <a:solidFill>
                  <a:srgbClr val="FFFFFF"/>
                </a:solidFill>
                <a:latin typeface="Calibri"/>
              </a:defRPr>
            </a:pPr>
            <a:r>
              <a:t>Evidence</a:t>
            </a:r>
            <a:br/>
            <a:r>
              <a:t>&amp; Launch</a:t>
            </a:r>
          </a:p>
        </p:txBody>
      </p:sp>
      <p:sp>
        <p:nvSpPr>
          <p:cNvPr id="43" name="Rounded Rectangle 42"/>
          <p:cNvSpPr/>
          <p:nvPr/>
        </p:nvSpPr>
        <p:spPr>
          <a:xfrm>
            <a:off x="10315734" y="1874519"/>
            <a:ext cx="1556221" cy="960120"/>
          </a:xfrm>
          <a:prstGeom prst="roundRect">
            <a:avLst/>
          </a:prstGeom>
          <a:solidFill>
            <a:srgbClr val="3A3A3A"/>
          </a:solidFill>
          <a:ln w="6350">
            <a:solidFill>
              <a:srgbClr val="555555"/>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999999"/>
                </a:solidFill>
                <a:latin typeface="Calibri"/>
              </a:defRPr>
            </a:pPr>
            <a:r>
              <a:t>• Episodic advisory boards</a:t>
            </a:r>
          </a:p>
          <a:p>
            <a:pPr>
              <a:spcAft>
                <a:spcPts val="100"/>
              </a:spcAft>
              <a:defRPr sz="750">
                <a:solidFill>
                  <a:srgbClr val="999999"/>
                </a:solidFill>
                <a:latin typeface="Calibri"/>
              </a:defRPr>
            </a:pPr>
            <a:r>
              <a:t>• Delayed evidence</a:t>
            </a:r>
          </a:p>
          <a:p>
            <a:pPr>
              <a:spcAft>
                <a:spcPts val="100"/>
              </a:spcAft>
              <a:defRPr sz="750">
                <a:solidFill>
                  <a:srgbClr val="999999"/>
                </a:solidFill>
                <a:latin typeface="Calibri"/>
              </a:defRPr>
            </a:pPr>
            <a:r>
              <a:t>• Disconnected from</a:t>
            </a:r>
          </a:p>
          <a:p>
            <a:pPr>
              <a:spcAft>
                <a:spcPts val="100"/>
              </a:spcAft>
              <a:defRPr sz="750">
                <a:solidFill>
                  <a:srgbClr val="999999"/>
                </a:solidFill>
                <a:latin typeface="Calibri"/>
              </a:defRPr>
            </a:pPr>
            <a:r>
              <a:t>• commercial</a:t>
            </a:r>
          </a:p>
        </p:txBody>
      </p:sp>
      <p:sp>
        <p:nvSpPr>
          <p:cNvPr id="44" name="Down Arrow 43"/>
          <p:cNvSpPr/>
          <p:nvPr/>
        </p:nvSpPr>
        <p:spPr>
          <a:xfrm>
            <a:off x="10956684" y="2880360"/>
            <a:ext cx="274320" cy="274320"/>
          </a:xfrm>
          <a:prstGeom prst="downArrow">
            <a:avLst/>
          </a:prstGeom>
          <a:solidFill>
            <a:srgbClr val="E6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10315734" y="3383280"/>
            <a:ext cx="1556221" cy="1097280"/>
          </a:xfrm>
          <a:prstGeom prst="roundRect">
            <a:avLst/>
          </a:prstGeom>
          <a:solidFill>
            <a:srgbClr val="2A0A0A"/>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wrap="square" lIns="54864" tIns="36576" rIns="54864" rtlCol="0" anchor="ctr"/>
          <a:lstStyle/>
          <a:p>
            <a:pPr algn="ctr">
              <a:spcAft>
                <a:spcPts val="100"/>
              </a:spcAft>
              <a:defRPr sz="750">
                <a:solidFill>
                  <a:srgbClr val="FFFFFF"/>
                </a:solidFill>
                <a:latin typeface="Calibri"/>
              </a:defRPr>
            </a:pPr>
            <a:r>
              <a:t>✓ Agentic advisory boards</a:t>
            </a:r>
          </a:p>
          <a:p>
            <a:pPr>
              <a:spcAft>
                <a:spcPts val="100"/>
              </a:spcAft>
              <a:defRPr sz="750">
                <a:solidFill>
                  <a:srgbClr val="FFFFFF"/>
                </a:solidFill>
                <a:latin typeface="Calibri"/>
              </a:defRPr>
            </a:pPr>
            <a:r>
              <a:t>✓ CDS-ready evidence</a:t>
            </a:r>
          </a:p>
          <a:p>
            <a:pPr>
              <a:spcAft>
                <a:spcPts val="100"/>
              </a:spcAft>
              <a:defRPr sz="750">
                <a:solidFill>
                  <a:srgbClr val="FFFFFF"/>
                </a:solidFill>
                <a:latin typeface="Calibri"/>
              </a:defRPr>
            </a:pPr>
            <a:r>
              <a:t>✓ Real-time RWE</a:t>
            </a:r>
          </a:p>
          <a:p>
            <a:pPr>
              <a:spcAft>
                <a:spcPts val="100"/>
              </a:spcAft>
              <a:defRPr sz="750">
                <a:solidFill>
                  <a:srgbClr val="FFFFFF"/>
                </a:solidFill>
                <a:latin typeface="Calibri"/>
              </a:defRPr>
            </a:pPr>
            <a:r>
              <a:t>✓ generation</a:t>
            </a:r>
          </a:p>
        </p:txBody>
      </p:sp>
      <p:sp>
        <p:nvSpPr>
          <p:cNvPr id="46" name="Rounded Rectangle 45"/>
          <p:cNvSpPr/>
          <p:nvPr/>
        </p:nvSpPr>
        <p:spPr>
          <a:xfrm>
            <a:off x="10315734" y="4617720"/>
            <a:ext cx="1556221" cy="822960"/>
          </a:xfrm>
          <a:prstGeom prst="roundRect">
            <a:avLst/>
          </a:prstGeom>
          <a:solidFill>
            <a:srgbClr val="003D36"/>
          </a:solidFill>
          <a:ln w="9525">
            <a:solidFill>
              <a:srgbClr val="00966C"/>
            </a:solidFill>
          </a:ln>
        </p:spPr>
        <p:style>
          <a:lnRef idx="1">
            <a:schemeClr val="accent1"/>
          </a:lnRef>
          <a:fillRef idx="3">
            <a:schemeClr val="accent1"/>
          </a:fillRef>
          <a:effectRef idx="2">
            <a:schemeClr val="accent1"/>
          </a:effectRef>
          <a:fontRef idx="minor">
            <a:schemeClr val="lt1"/>
          </a:fontRef>
        </p:style>
        <p:txBody>
          <a:bodyPr wrap="square" lIns="36576" tIns="36576" rIns="36576" rtlCol="0" anchor="ctr"/>
          <a:lstStyle/>
          <a:p>
            <a:pPr algn="ctr">
              <a:spcAft>
                <a:spcPts val="0"/>
              </a:spcAft>
              <a:defRPr sz="1800" b="1">
                <a:solidFill>
                  <a:srgbClr val="00966C"/>
                </a:solidFill>
                <a:latin typeface="Calibri"/>
              </a:defRPr>
            </a:pPr>
            <a:r>
              <a:t>6–12 mo</a:t>
            </a:r>
          </a:p>
          <a:p>
            <a:pPr algn="ctr">
              <a:spcBef>
                <a:spcPts val="0"/>
              </a:spcBef>
              <a:defRPr sz="700">
                <a:solidFill>
                  <a:srgbClr val="80CCB4"/>
                </a:solidFill>
                <a:latin typeface="Calibri"/>
              </a:defRPr>
            </a:pPr>
            <a:r>
              <a:t>earlier commercial</a:t>
            </a:r>
            <a:br/>
            <a:r>
              <a:t>readiness</a:t>
            </a:r>
          </a:p>
        </p:txBody>
      </p:sp>
      <p:sp>
        <p:nvSpPr>
          <p:cNvPr id="47" name="TextBox 46"/>
          <p:cNvSpPr txBox="1"/>
          <p:nvPr/>
        </p:nvSpPr>
        <p:spPr>
          <a:xfrm>
            <a:off x="320040" y="1709927"/>
            <a:ext cx="1371600" cy="164592"/>
          </a:xfrm>
          <a:prstGeom prst="rect">
            <a:avLst/>
          </a:prstGeom>
          <a:noFill/>
        </p:spPr>
        <p:txBody>
          <a:bodyPr wrap="none">
            <a:spAutoFit/>
          </a:bodyPr>
          <a:lstStyle/>
          <a:p>
            <a:pPr>
              <a:defRPr sz="700" b="1">
                <a:solidFill>
                  <a:srgbClr val="999999"/>
                </a:solidFill>
                <a:latin typeface="Calibri"/>
              </a:defRPr>
            </a:pPr>
            <a:r>
              <a:t>TODAY</a:t>
            </a:r>
          </a:p>
        </p:txBody>
      </p:sp>
      <p:sp>
        <p:nvSpPr>
          <p:cNvPr id="48" name="TextBox 47"/>
          <p:cNvSpPr txBox="1"/>
          <p:nvPr/>
        </p:nvSpPr>
        <p:spPr>
          <a:xfrm>
            <a:off x="320040" y="3218688"/>
            <a:ext cx="1371600" cy="164592"/>
          </a:xfrm>
          <a:prstGeom prst="rect">
            <a:avLst/>
          </a:prstGeom>
          <a:noFill/>
        </p:spPr>
        <p:txBody>
          <a:bodyPr wrap="none">
            <a:spAutoFit/>
          </a:bodyPr>
          <a:lstStyle/>
          <a:p>
            <a:pPr>
              <a:defRPr sz="700" b="1">
                <a:solidFill>
                  <a:srgbClr val="E64545"/>
                </a:solidFill>
                <a:latin typeface="Calibri"/>
              </a:defRPr>
            </a:pPr>
            <a:r>
              <a:t>AI-NATIVE FUTURE</a:t>
            </a:r>
          </a:p>
        </p:txBody>
      </p:sp>
      <p:sp>
        <p:nvSpPr>
          <p:cNvPr id="49" name="TextBox 48"/>
          <p:cNvSpPr txBox="1"/>
          <p:nvPr/>
        </p:nvSpPr>
        <p:spPr>
          <a:xfrm>
            <a:off x="320040" y="4453128"/>
            <a:ext cx="1371600" cy="164592"/>
          </a:xfrm>
          <a:prstGeom prst="rect">
            <a:avLst/>
          </a:prstGeom>
          <a:noFill/>
        </p:spPr>
        <p:txBody>
          <a:bodyPr wrap="none">
            <a:spAutoFit/>
          </a:bodyPr>
          <a:lstStyle/>
          <a:p>
            <a:pPr>
              <a:defRPr sz="700" b="1">
                <a:solidFill>
                  <a:srgbClr val="00966C"/>
                </a:solidFill>
                <a:latin typeface="Calibri"/>
              </a:defRPr>
            </a:pPr>
            <a:r>
              <a:t>IMPACT</a:t>
            </a:r>
          </a:p>
        </p:txBody>
      </p:sp>
      <p:sp>
        <p:nvSpPr>
          <p:cNvPr id="50" name="Rounded Rectangle 49"/>
          <p:cNvSpPr/>
          <p:nvPr/>
        </p:nvSpPr>
        <p:spPr>
          <a:xfrm>
            <a:off x="320040" y="5623560"/>
            <a:ext cx="11551920" cy="502920"/>
          </a:xfrm>
          <a:prstGeom prst="round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Calibri"/>
              </a:defRPr>
            </a:pPr>
            <a:r>
              <a:t>NET IMPACT:   30–40% reduction in trial timelines   |   25% lower cost per patient   |   Earlier, stronger evidence packages   |   Continuous safety signal detection</a:t>
            </a:r>
          </a:p>
        </p:txBody>
      </p:sp>
      <p:sp>
        <p:nvSpPr>
          <p:cNvPr id="51" name="Rectangle 50"/>
          <p:cNvSpPr/>
          <p:nvPr/>
        </p:nvSpPr>
        <p:spPr>
          <a:xfrm>
            <a:off x="320040" y="1609344"/>
            <a:ext cx="11551920" cy="18288"/>
          </a:xfrm>
          <a:prstGeom prst="rect">
            <a:avLst/>
          </a:prstGeom>
          <a:solidFill>
            <a:srgbClr val="55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57200" y="6492240"/>
            <a:ext cx="7315200" cy="274320"/>
          </a:xfrm>
          <a:prstGeom prst="rect">
            <a:avLst/>
          </a:prstGeom>
          <a:noFill/>
        </p:spPr>
        <p:txBody>
          <a:bodyPr wrap="none">
            <a:spAutoFit/>
          </a:bodyPr>
          <a:lstStyle/>
          <a:p>
            <a:pPr>
              <a:defRPr sz="800">
                <a:solidFill>
                  <a:srgbClr val="555555"/>
                </a:solidFill>
                <a:latin typeface="Calibri"/>
              </a:defRPr>
            </a:pPr>
            <a:r>
              <a:t>Bain &amp; Company  |  Confidential  |  February 2026</a:t>
            </a:r>
          </a:p>
        </p:txBody>
      </p:sp>
      <p:sp>
        <p:nvSpPr>
          <p:cNvPr id="53" name="TextBox 52"/>
          <p:cNvSpPr txBox="1"/>
          <p:nvPr/>
        </p:nvSpPr>
        <p:spPr>
          <a:xfrm>
            <a:off x="11277600" y="6492240"/>
            <a:ext cx="457200" cy="274320"/>
          </a:xfrm>
          <a:prstGeom prst="rect">
            <a:avLst/>
          </a:prstGeom>
          <a:noFill/>
        </p:spPr>
        <p:txBody>
          <a:bodyPr wrap="none">
            <a:spAutoFit/>
          </a:bodyPr>
          <a:lstStyle/>
          <a:p>
            <a:pPr algn="r">
              <a:defRPr sz="800">
                <a:solidFill>
                  <a:srgbClr val="555555"/>
                </a:solidFill>
                <a:latin typeface="Calibri"/>
              </a:defRPr>
            </a:pPr>
            <a:r>
              <a:t>11</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btfpColumnIndicatorGroup2">
            <a:extLst>
              <a:ext uri="{FF2B5EF4-FFF2-40B4-BE49-F238E27FC236}">
                <a16:creationId xmlns:a16="http://schemas.microsoft.com/office/drawing/2014/main" id="{0D4390AC-45A8-DB14-B78B-D384E72C7976}"/>
              </a:ext>
            </a:extLst>
          </p:cNvPr>
          <p:cNvGrpSpPr/>
          <p:nvPr/>
        </p:nvGrpSpPr>
        <p:grpSpPr>
          <a:xfrm>
            <a:off x="0" y="6926580"/>
            <a:ext cx="12192000" cy="137160"/>
            <a:chOff x="0" y="6926580"/>
            <a:chExt cx="12192000" cy="137160"/>
          </a:xfrm>
        </p:grpSpPr>
        <p:sp>
          <p:nvSpPr>
            <p:cNvPr id="15" name="btfpColumnGapBlocker262684">
              <a:extLst>
                <a:ext uri="{FF2B5EF4-FFF2-40B4-BE49-F238E27FC236}">
                  <a16:creationId xmlns:a16="http://schemas.microsoft.com/office/drawing/2014/main" id="{EFF415F9-0EDC-6E9E-FB65-D1F22BEE6835}"/>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btfpColumnGapBlocker672165">
              <a:extLst>
                <a:ext uri="{FF2B5EF4-FFF2-40B4-BE49-F238E27FC236}">
                  <a16:creationId xmlns:a16="http://schemas.microsoft.com/office/drawing/2014/main" id="{B72A4283-695D-AA46-D918-00049BC4C4B8}"/>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btfpColumnIndicator412745">
              <a:extLst>
                <a:ext uri="{FF2B5EF4-FFF2-40B4-BE49-F238E27FC236}">
                  <a16:creationId xmlns:a16="http://schemas.microsoft.com/office/drawing/2014/main" id="{5D5E22FE-C748-B7AC-045F-D5222CF1F734}"/>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btfpColumnIndicator396845">
              <a:extLst>
                <a:ext uri="{FF2B5EF4-FFF2-40B4-BE49-F238E27FC236}">
                  <a16:creationId xmlns:a16="http://schemas.microsoft.com/office/drawing/2014/main" id="{FFE78970-EC81-E3B0-50DE-AD22B3F5D7F2}"/>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6" name="btfpColumnIndicatorGroup1">
            <a:extLst>
              <a:ext uri="{FF2B5EF4-FFF2-40B4-BE49-F238E27FC236}">
                <a16:creationId xmlns:a16="http://schemas.microsoft.com/office/drawing/2014/main" id="{31B2EDE4-0E2C-F27D-746F-E6D08DBFB7AB}"/>
              </a:ext>
            </a:extLst>
          </p:cNvPr>
          <p:cNvGrpSpPr/>
          <p:nvPr/>
        </p:nvGrpSpPr>
        <p:grpSpPr>
          <a:xfrm>
            <a:off x="0" y="-205740"/>
            <a:ext cx="12192000" cy="137160"/>
            <a:chOff x="0" y="-205740"/>
            <a:chExt cx="12192000" cy="137160"/>
          </a:xfrm>
        </p:grpSpPr>
        <p:sp>
          <p:nvSpPr>
            <p:cNvPr id="14" name="btfpColumnGapBlocker129635">
              <a:extLst>
                <a:ext uri="{FF2B5EF4-FFF2-40B4-BE49-F238E27FC236}">
                  <a16:creationId xmlns:a16="http://schemas.microsoft.com/office/drawing/2014/main" id="{27CA4F0E-E87F-BAC8-1877-3CFA7070E0CA}"/>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837256">
              <a:extLst>
                <a:ext uri="{FF2B5EF4-FFF2-40B4-BE49-F238E27FC236}">
                  <a16:creationId xmlns:a16="http://schemas.microsoft.com/office/drawing/2014/main" id="{C082CBDE-22AB-DB40-74F9-AAE2E23D4A9F}"/>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712259">
              <a:extLst>
                <a:ext uri="{FF2B5EF4-FFF2-40B4-BE49-F238E27FC236}">
                  <a16:creationId xmlns:a16="http://schemas.microsoft.com/office/drawing/2014/main" id="{FD38B815-ECCF-F762-DB3E-9262DA92476A}"/>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585488">
              <a:extLst>
                <a:ext uri="{FF2B5EF4-FFF2-40B4-BE49-F238E27FC236}">
                  <a16:creationId xmlns:a16="http://schemas.microsoft.com/office/drawing/2014/main" id="{C949B9CC-940D-F7C8-6D65-B1F79A10DC3B}"/>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Play 3: The Pharma Semantic Enterprise</a:t>
            </a:r>
          </a:p>
        </p:txBody>
      </p:sp>
      <p:sp>
        <p:nvSpPr>
          <p:cNvPr id="4" name="TextBox 3"/>
          <p:cNvSpPr txBox="1"/>
          <p:nvPr/>
        </p:nvSpPr>
        <p:spPr>
          <a:xfrm>
            <a:off x="640080" y="822960"/>
            <a:ext cx="10881360" cy="411480"/>
          </a:xfrm>
          <a:prstGeom prst="rect">
            <a:avLst/>
          </a:prstGeom>
          <a:noFill/>
        </p:spPr>
        <p:txBody>
          <a:bodyPr wrap="square">
            <a:spAutoFit/>
          </a:bodyPr>
          <a:lstStyle/>
          <a:p>
            <a:pPr>
              <a:defRPr sz="1300" i="1">
                <a:solidFill>
                  <a:srgbClr val="CC0000"/>
                </a:solidFill>
                <a:latin typeface="Calibri"/>
              </a:defRPr>
            </a:pPr>
            <a:r>
              <a:t>Create the industry's first AI-native operating system across the value chain</a:t>
            </a:r>
          </a:p>
        </p:txBody>
      </p:sp>
      <p:graphicFrame>
        <p:nvGraphicFramePr>
          <p:cNvPr id="5" name="Table 4"/>
          <p:cNvGraphicFramePr>
            <a:graphicFrameLocks noGrp="1"/>
          </p:cNvGraphicFramePr>
          <p:nvPr/>
        </p:nvGraphicFramePr>
        <p:xfrm>
          <a:off x="457200" y="1280160"/>
          <a:ext cx="10515600" cy="52578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1051560">
                <a:tc>
                  <a:txBody>
                    <a:bodyPr/>
                    <a:lstStyle/>
                    <a:p>
                      <a:pPr algn="l">
                        <a:defRPr sz="900" b="1">
                          <a:solidFill>
                            <a:srgbClr val="FFFFFF"/>
                          </a:solidFill>
                          <a:latin typeface="Calibri"/>
                        </a:defRPr>
                      </a:pPr>
                      <a:r>
                        <a:t>Function</a:t>
                      </a:r>
                    </a:p>
                  </a:txBody>
                  <a:tcPr anchor="ctr">
                    <a:solidFill>
                      <a:srgbClr val="CC0000"/>
                    </a:solidFill>
                  </a:tcPr>
                </a:tc>
                <a:tc>
                  <a:txBody>
                    <a:bodyPr/>
                    <a:lstStyle/>
                    <a:p>
                      <a:pPr algn="l">
                        <a:defRPr sz="900" b="1">
                          <a:solidFill>
                            <a:srgbClr val="FFFFFF"/>
                          </a:solidFill>
                          <a:latin typeface="Calibri"/>
                        </a:defRPr>
                      </a:pPr>
                      <a:r>
                        <a:t>Opportunity</a:t>
                      </a:r>
                    </a:p>
                  </a:txBody>
                  <a:tcPr anchor="ctr">
                    <a:solidFill>
                      <a:srgbClr val="CC0000"/>
                    </a:solidFill>
                  </a:tcPr>
                </a:tc>
                <a:tc>
                  <a:txBody>
                    <a:bodyPr/>
                    <a:lstStyle/>
                    <a:p>
                      <a:pPr algn="l">
                        <a:defRPr sz="900" b="1">
                          <a:solidFill>
                            <a:srgbClr val="FFFFFF"/>
                          </a:solidFill>
                          <a:latin typeface="Calibri"/>
                        </a:defRPr>
                      </a:pPr>
                      <a:r>
                        <a:t>Capability Required</a:t>
                      </a:r>
                    </a:p>
                  </a:txBody>
                  <a:tcPr anchor="ctr">
                    <a:solidFill>
                      <a:srgbClr val="CC0000"/>
                    </a:solidFill>
                  </a:tcPr>
                </a:tc>
                <a:tc>
                  <a:txBody>
                    <a:bodyPr/>
                    <a:lstStyle/>
                    <a:p>
                      <a:pPr algn="l">
                        <a:defRPr sz="900" b="1">
                          <a:solidFill>
                            <a:srgbClr val="FFFFFF"/>
                          </a:solidFill>
                          <a:latin typeface="Calibri"/>
                        </a:defRPr>
                      </a:pPr>
                      <a:r>
                        <a:t>Value Potential</a:t>
                      </a:r>
                    </a:p>
                  </a:txBody>
                  <a:tcPr anchor="ctr">
                    <a:solidFill>
                      <a:srgbClr val="CC0000"/>
                    </a:solidFill>
                  </a:tcPr>
                </a:tc>
                <a:extLst>
                  <a:ext uri="{0D108BD9-81ED-4DB2-BD59-A6C34878D82A}">
                    <a16:rowId xmlns:a16="http://schemas.microsoft.com/office/drawing/2014/main" val="10000"/>
                  </a:ext>
                </a:extLst>
              </a:tr>
              <a:tr h="1051560">
                <a:tc>
                  <a:txBody>
                    <a:bodyPr/>
                    <a:lstStyle/>
                    <a:p>
                      <a:pPr algn="l">
                        <a:defRPr sz="900" b="0">
                          <a:solidFill>
                            <a:srgbClr val="1A1A1A"/>
                          </a:solidFill>
                          <a:latin typeface="Calibri"/>
                        </a:defRPr>
                      </a:pPr>
                      <a:r>
                        <a:t>R&amp;D</a:t>
                      </a:r>
                    </a:p>
                  </a:txBody>
                  <a:tcPr anchor="ctr"/>
                </a:tc>
                <a:tc>
                  <a:txBody>
                    <a:bodyPr/>
                    <a:lstStyle/>
                    <a:p>
                      <a:pPr algn="l">
                        <a:defRPr sz="900" b="0">
                          <a:solidFill>
                            <a:srgbClr val="1A1A1A"/>
                          </a:solidFill>
                          <a:latin typeface="Calibri"/>
                        </a:defRPr>
                      </a:pPr>
                      <a:r>
                        <a:t>Unified definitions of 'patient,' 'endpoint,' 'signal,' 'evidence' across discovery, clinical, and regulatory — so AI agents can reason across the entire pipeline</a:t>
                      </a:r>
                    </a:p>
                  </a:txBody>
                  <a:tcPr anchor="ctr"/>
                </a:tc>
                <a:tc>
                  <a:txBody>
                    <a:bodyPr/>
                    <a:lstStyle/>
                    <a:p>
                      <a:pPr algn="l">
                        <a:defRPr sz="900" b="0">
                          <a:solidFill>
                            <a:srgbClr val="1A1A1A"/>
                          </a:solidFill>
                          <a:latin typeface="Calibri"/>
                        </a:defRPr>
                      </a:pPr>
                      <a:r>
                        <a:t>Enterprise knowledge graph; pharma-specific ontology (drug, trial, indication, patient, evidence); governed semantic registry</a:t>
                      </a:r>
                    </a:p>
                  </a:txBody>
                  <a:tcPr anchor="ctr"/>
                </a:tc>
                <a:tc>
                  <a:txBody>
                    <a:bodyPr/>
                    <a:lstStyle/>
                    <a:p>
                      <a:pPr algn="l">
                        <a:defRPr sz="900" b="0">
                          <a:solidFill>
                            <a:srgbClr val="1A1A1A"/>
                          </a:solidFill>
                          <a:latin typeface="Calibri"/>
                        </a:defRPr>
                      </a:pPr>
                      <a:r>
                        <a:t>Eliminate 40–60% of reconciliation work between functions; cross-asset evidence reuse; faster IEP creation</a:t>
                      </a:r>
                    </a:p>
                  </a:txBody>
                  <a:tcPr anchor="ctr"/>
                </a:tc>
                <a:extLst>
                  <a:ext uri="{0D108BD9-81ED-4DB2-BD59-A6C34878D82A}">
                    <a16:rowId xmlns:a16="http://schemas.microsoft.com/office/drawing/2014/main" val="10001"/>
                  </a:ext>
                </a:extLst>
              </a:tr>
              <a:tr h="1051560">
                <a:tc>
                  <a:txBody>
                    <a:bodyPr/>
                    <a:lstStyle/>
                    <a:p>
                      <a:pPr algn="l">
                        <a:defRPr sz="900" b="0">
                          <a:solidFill>
                            <a:srgbClr val="1A1A1A"/>
                          </a:solidFill>
                          <a:latin typeface="Calibri"/>
                        </a:defRPr>
                      </a:pPr>
                      <a:r>
                        <a:t>Manufacturing</a:t>
                      </a:r>
                    </a:p>
                  </a:txBody>
                  <a:tcPr anchor="ctr">
                    <a:solidFill>
                      <a:srgbClr val="FAFAFA"/>
                    </a:solidFill>
                  </a:tcPr>
                </a:tc>
                <a:tc>
                  <a:txBody>
                    <a:bodyPr/>
                    <a:lstStyle/>
                    <a:p>
                      <a:pPr algn="l">
                        <a:defRPr sz="900" b="0">
                          <a:solidFill>
                            <a:srgbClr val="1A1A1A"/>
                          </a:solidFill>
                          <a:latin typeface="Calibri"/>
                        </a:defRPr>
                      </a:pPr>
                      <a:r>
                        <a:t>Semantic integration of manufacturing data with R&amp;D and commercial — AI can trace from formulation to patient outcome to demand signal</a:t>
                      </a:r>
                    </a:p>
                  </a:txBody>
                  <a:tcPr anchor="ctr">
                    <a:solidFill>
                      <a:srgbClr val="FAFAFA"/>
                    </a:solidFill>
                  </a:tcPr>
                </a:tc>
                <a:tc>
                  <a:txBody>
                    <a:bodyPr/>
                    <a:lstStyle/>
                    <a:p>
                      <a:pPr algn="l">
                        <a:defRPr sz="900" b="0">
                          <a:solidFill>
                            <a:srgbClr val="1A1A1A"/>
                          </a:solidFill>
                          <a:latin typeface="Calibri"/>
                        </a:defRPr>
                      </a:pPr>
                      <a:r>
                        <a:t>Manufacturing semantic model connected to R&amp;D and commercial graphs; digital thread across CMC</a:t>
                      </a:r>
                    </a:p>
                  </a:txBody>
                  <a:tcPr anchor="ctr">
                    <a:solidFill>
                      <a:srgbClr val="FAFAFA"/>
                    </a:solidFill>
                  </a:tcPr>
                </a:tc>
                <a:tc>
                  <a:txBody>
                    <a:bodyPr/>
                    <a:lstStyle/>
                    <a:p>
                      <a:pPr algn="l">
                        <a:defRPr sz="900" b="0">
                          <a:solidFill>
                            <a:srgbClr val="1A1A1A"/>
                          </a:solidFill>
                          <a:latin typeface="Calibri"/>
                        </a:defRPr>
                      </a:pPr>
                      <a:r>
                        <a:t>15–20% improvement in tech transfer speed; predictive quality management</a:t>
                      </a:r>
                    </a:p>
                  </a:txBody>
                  <a:tcPr anchor="ctr">
                    <a:solidFill>
                      <a:srgbClr val="FAFAFA"/>
                    </a:solidFill>
                  </a:tcPr>
                </a:tc>
                <a:extLst>
                  <a:ext uri="{0D108BD9-81ED-4DB2-BD59-A6C34878D82A}">
                    <a16:rowId xmlns:a16="http://schemas.microsoft.com/office/drawing/2014/main" val="10002"/>
                  </a:ext>
                </a:extLst>
              </a:tr>
              <a:tr h="1051560">
                <a:tc>
                  <a:txBody>
                    <a:bodyPr/>
                    <a:lstStyle/>
                    <a:p>
                      <a:pPr algn="l">
                        <a:defRPr sz="900" b="0">
                          <a:solidFill>
                            <a:srgbClr val="1A1A1A"/>
                          </a:solidFill>
                          <a:latin typeface="Calibri"/>
                        </a:defRPr>
                      </a:pPr>
                      <a:r>
                        <a:t>Commercial</a:t>
                      </a:r>
                    </a:p>
                  </a:txBody>
                  <a:tcPr anchor="ctr"/>
                </a:tc>
                <a:tc>
                  <a:txBody>
                    <a:bodyPr/>
                    <a:lstStyle/>
                    <a:p>
                      <a:pPr algn="l">
                        <a:defRPr sz="900" b="0">
                          <a:solidFill>
                            <a:srgbClr val="1A1A1A"/>
                          </a:solidFill>
                          <a:latin typeface="Calibri"/>
                        </a:defRPr>
                      </a:pPr>
                      <a:r>
                        <a:t>One definition of 'customer,' 'HCP engagement,' 'territory,' 'sales' across field force, medical, and marketing — enabling AI-led segmentation and omnichannel orchestration</a:t>
                      </a:r>
                    </a:p>
                  </a:txBody>
                  <a:tcPr anchor="ctr"/>
                </a:tc>
                <a:tc>
                  <a:txBody>
                    <a:bodyPr/>
                    <a:lstStyle/>
                    <a:p>
                      <a:pPr algn="l">
                        <a:defRPr sz="900" b="0">
                          <a:solidFill>
                            <a:srgbClr val="1A1A1A"/>
                          </a:solidFill>
                          <a:latin typeface="Calibri"/>
                        </a:defRPr>
                      </a:pPr>
                      <a:r>
                        <a:t>Commercial semantic model; AI-led account segmentation engine; unified C360 platform</a:t>
                      </a:r>
                    </a:p>
                  </a:txBody>
                  <a:tcPr anchor="ctr"/>
                </a:tc>
                <a:tc>
                  <a:txBody>
                    <a:bodyPr/>
                    <a:lstStyle/>
                    <a:p>
                      <a:pPr algn="l">
                        <a:defRPr sz="900" b="0">
                          <a:solidFill>
                            <a:srgbClr val="1A1A1A"/>
                          </a:solidFill>
                          <a:latin typeface="Calibri"/>
                        </a:defRPr>
                      </a:pPr>
                      <a:r>
                        <a:t>25–30% improvement in field force productivity; hyper-personalized HCP engagement</a:t>
                      </a:r>
                    </a:p>
                  </a:txBody>
                  <a:tcPr anchor="ctr"/>
                </a:tc>
                <a:extLst>
                  <a:ext uri="{0D108BD9-81ED-4DB2-BD59-A6C34878D82A}">
                    <a16:rowId xmlns:a16="http://schemas.microsoft.com/office/drawing/2014/main" val="10003"/>
                  </a:ext>
                </a:extLst>
              </a:tr>
              <a:tr h="1051560">
                <a:tc>
                  <a:txBody>
                    <a:bodyPr/>
                    <a:lstStyle/>
                    <a:p>
                      <a:pPr algn="l">
                        <a:defRPr sz="900" b="0">
                          <a:solidFill>
                            <a:srgbClr val="1A1A1A"/>
                          </a:solidFill>
                          <a:latin typeface="Calibri"/>
                        </a:defRPr>
                      </a:pPr>
                      <a:r>
                        <a:t>Medical Affairs</a:t>
                      </a:r>
                    </a:p>
                  </a:txBody>
                  <a:tcPr anchor="ctr">
                    <a:solidFill>
                      <a:srgbClr val="FAFAFA"/>
                    </a:solidFill>
                  </a:tcPr>
                </a:tc>
                <a:tc>
                  <a:txBody>
                    <a:bodyPr/>
                    <a:lstStyle/>
                    <a:p>
                      <a:pPr algn="l">
                        <a:defRPr sz="900" b="0">
                          <a:solidFill>
                            <a:srgbClr val="1A1A1A"/>
                          </a:solidFill>
                          <a:latin typeface="Calibri"/>
                        </a:defRPr>
                      </a:pPr>
                      <a:r>
                        <a:t>Governed, versioned definitions of evidence quality, signal strength, and regulatory classification — so AI agents in safety, med info, and publications work from same truth</a:t>
                      </a:r>
                    </a:p>
                  </a:txBody>
                  <a:tcPr anchor="ctr">
                    <a:solidFill>
                      <a:srgbClr val="FAFAFA"/>
                    </a:solidFill>
                  </a:tcPr>
                </a:tc>
                <a:tc>
                  <a:txBody>
                    <a:bodyPr/>
                    <a:lstStyle/>
                    <a:p>
                      <a:pPr algn="l">
                        <a:defRPr sz="900" b="0">
                          <a:solidFill>
                            <a:srgbClr val="1A1A1A"/>
                          </a:solidFill>
                          <a:latin typeface="Calibri"/>
                        </a:defRPr>
                      </a:pPr>
                      <a:r>
                        <a:t>Medical affairs knowledge graph; governed evidence taxonomy; audit-ready lineage and provenance</a:t>
                      </a:r>
                    </a:p>
                  </a:txBody>
                  <a:tcPr anchor="ctr">
                    <a:solidFill>
                      <a:srgbClr val="FAFAFA"/>
                    </a:solidFill>
                  </a:tcPr>
                </a:tc>
                <a:tc>
                  <a:txBody>
                    <a:bodyPr/>
                    <a:lstStyle/>
                    <a:p>
                      <a:pPr algn="l">
                        <a:defRPr sz="900" b="0">
                          <a:solidFill>
                            <a:srgbClr val="1A1A1A"/>
                          </a:solidFill>
                          <a:latin typeface="Calibri"/>
                        </a:defRPr>
                      </a:pPr>
                      <a:r>
                        <a:t>Eliminate 'shadow AI' risk in regulated functions; audit-ready AI outputs; compliance by design</a:t>
                      </a:r>
                    </a:p>
                  </a:txBody>
                  <a:tcPr anchor="ctr">
                    <a:solidFill>
                      <a:srgbClr val="FAFAFA"/>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7" name="TextBox 6"/>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11</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btfpColumnIndicatorGroup2">
            <a:extLst>
              <a:ext uri="{FF2B5EF4-FFF2-40B4-BE49-F238E27FC236}">
                <a16:creationId xmlns:a16="http://schemas.microsoft.com/office/drawing/2014/main" id="{8854753B-8847-2C85-7CD6-9829D52AF029}"/>
              </a:ext>
            </a:extLst>
          </p:cNvPr>
          <p:cNvGrpSpPr/>
          <p:nvPr/>
        </p:nvGrpSpPr>
        <p:grpSpPr>
          <a:xfrm>
            <a:off x="0" y="6926580"/>
            <a:ext cx="12192000" cy="137160"/>
            <a:chOff x="0" y="6926580"/>
            <a:chExt cx="12192000" cy="137160"/>
          </a:xfrm>
        </p:grpSpPr>
        <p:sp>
          <p:nvSpPr>
            <p:cNvPr id="15" name="btfpColumnGapBlocker634931">
              <a:extLst>
                <a:ext uri="{FF2B5EF4-FFF2-40B4-BE49-F238E27FC236}">
                  <a16:creationId xmlns:a16="http://schemas.microsoft.com/office/drawing/2014/main" id="{1CCB1B73-83FE-7793-06D9-DBD411F207C7}"/>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btfpColumnGapBlocker629640">
              <a:extLst>
                <a:ext uri="{FF2B5EF4-FFF2-40B4-BE49-F238E27FC236}">
                  <a16:creationId xmlns:a16="http://schemas.microsoft.com/office/drawing/2014/main" id="{68F04E3F-8410-95E2-99AA-E9281935A4A1}"/>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btfpColumnIndicator165701">
              <a:extLst>
                <a:ext uri="{FF2B5EF4-FFF2-40B4-BE49-F238E27FC236}">
                  <a16:creationId xmlns:a16="http://schemas.microsoft.com/office/drawing/2014/main" id="{CE69C4C5-68A2-43C9-C75E-FB327F30A7D8}"/>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btfpColumnIndicator327381">
              <a:extLst>
                <a:ext uri="{FF2B5EF4-FFF2-40B4-BE49-F238E27FC236}">
                  <a16:creationId xmlns:a16="http://schemas.microsoft.com/office/drawing/2014/main" id="{69479ED8-DAF1-ADA5-A88B-E207A01BB658}"/>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6" name="btfpColumnIndicatorGroup1">
            <a:extLst>
              <a:ext uri="{FF2B5EF4-FFF2-40B4-BE49-F238E27FC236}">
                <a16:creationId xmlns:a16="http://schemas.microsoft.com/office/drawing/2014/main" id="{44ACDC33-2F06-4F50-BE50-1C969287D223}"/>
              </a:ext>
            </a:extLst>
          </p:cNvPr>
          <p:cNvGrpSpPr/>
          <p:nvPr/>
        </p:nvGrpSpPr>
        <p:grpSpPr>
          <a:xfrm>
            <a:off x="0" y="-205740"/>
            <a:ext cx="12192000" cy="137160"/>
            <a:chOff x="0" y="-205740"/>
            <a:chExt cx="12192000" cy="137160"/>
          </a:xfrm>
        </p:grpSpPr>
        <p:sp>
          <p:nvSpPr>
            <p:cNvPr id="14" name="btfpColumnGapBlocker587792">
              <a:extLst>
                <a:ext uri="{FF2B5EF4-FFF2-40B4-BE49-F238E27FC236}">
                  <a16:creationId xmlns:a16="http://schemas.microsoft.com/office/drawing/2014/main" id="{6C6D1C9C-CC0A-C903-F25A-BDE74DA78A25}"/>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794274">
              <a:extLst>
                <a:ext uri="{FF2B5EF4-FFF2-40B4-BE49-F238E27FC236}">
                  <a16:creationId xmlns:a16="http://schemas.microsoft.com/office/drawing/2014/main" id="{D2D2650B-0682-2AC1-5627-8B99F10D1F5F}"/>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905044">
              <a:extLst>
                <a:ext uri="{FF2B5EF4-FFF2-40B4-BE49-F238E27FC236}">
                  <a16:creationId xmlns:a16="http://schemas.microsoft.com/office/drawing/2014/main" id="{7EC99CB1-6C11-8D63-542A-D6DA88F21E18}"/>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497968">
              <a:extLst>
                <a:ext uri="{FF2B5EF4-FFF2-40B4-BE49-F238E27FC236}">
                  <a16:creationId xmlns:a16="http://schemas.microsoft.com/office/drawing/2014/main" id="{208D35BF-3564-FEB7-BEBF-6258475705EE}"/>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Play 3 Deep Dive: From Data Lake to Decision Engine</a:t>
            </a:r>
          </a:p>
        </p:txBody>
      </p:sp>
      <p:sp>
        <p:nvSpPr>
          <p:cNvPr id="4" name="TextBox 3"/>
          <p:cNvSpPr txBox="1"/>
          <p:nvPr/>
        </p:nvSpPr>
        <p:spPr>
          <a:xfrm>
            <a:off x="640080" y="822960"/>
            <a:ext cx="10881360" cy="411480"/>
          </a:xfrm>
          <a:prstGeom prst="rect">
            <a:avLst/>
          </a:prstGeom>
          <a:noFill/>
        </p:spPr>
        <p:txBody>
          <a:bodyPr wrap="square">
            <a:spAutoFit/>
          </a:bodyPr>
          <a:lstStyle/>
          <a:p>
            <a:pPr>
              <a:defRPr sz="1300" i="1">
                <a:solidFill>
                  <a:srgbClr val="CC0000"/>
                </a:solidFill>
                <a:latin typeface="Calibri"/>
              </a:defRPr>
            </a:pPr>
            <a:r>
              <a:t>The Semantic Layer Architecture for Pharma</a:t>
            </a:r>
          </a:p>
        </p:txBody>
      </p:sp>
      <p:sp>
        <p:nvSpPr>
          <p:cNvPr id="5" name="TextBox 4"/>
          <p:cNvSpPr txBox="1"/>
          <p:nvPr/>
        </p:nvSpPr>
        <p:spPr>
          <a:xfrm>
            <a:off x="640080" y="1280160"/>
            <a:ext cx="10881360" cy="4754880"/>
          </a:xfrm>
          <a:prstGeom prst="rect">
            <a:avLst/>
          </a:prstGeom>
          <a:noFill/>
        </p:spPr>
        <p:txBody>
          <a:bodyPr wrap="square">
            <a:spAutoFit/>
          </a:bodyPr>
          <a:lstStyle/>
          <a:p>
            <a:pPr>
              <a:spcAft>
                <a:spcPts val="300"/>
              </a:spcAft>
              <a:defRPr sz="1300" b="1">
                <a:solidFill>
                  <a:srgbClr val="CC0000"/>
                </a:solidFill>
                <a:latin typeface="Calibri"/>
              </a:defRPr>
            </a:pPr>
            <a:r>
              <a:t>The problem:</a:t>
            </a:r>
          </a:p>
          <a:p>
            <a:pPr>
              <a:spcAft>
                <a:spcPts val="300"/>
              </a:spcAft>
              <a:defRPr sz="1200" b="0">
                <a:solidFill>
                  <a:srgbClr val="1A1A1A"/>
                </a:solidFill>
                <a:latin typeface="Calibri"/>
              </a:defRPr>
            </a:pPr>
            <a:r>
              <a:t>Pharma has spent billions on data lakes and warehouses. AI agents query raw schemas and guess the meaning.</a:t>
            </a:r>
          </a:p>
          <a:p>
            <a:pPr>
              <a:spcAft>
                <a:spcPts val="300"/>
              </a:spcAft>
              <a:defRPr sz="1200" b="0">
                <a:solidFill>
                  <a:srgbClr val="1A1A1A"/>
                </a:solidFill>
                <a:latin typeface="Calibri"/>
              </a:defRPr>
            </a:pPr>
            <a:r>
              <a:t>Different agents define 'revenue,' 'patient adherence,' 'site performance' differently. Leaders can't trust outputs.</a:t>
            </a:r>
          </a:p>
          <a:p>
            <a:pPr>
              <a:spcAft>
                <a:spcPts val="300"/>
              </a:spcAft>
              <a:defRPr sz="1100" b="0">
                <a:solidFill>
                  <a:srgbClr val="666666"/>
                </a:solidFill>
                <a:latin typeface="Calibri"/>
              </a:defRPr>
            </a:pPr>
            <a:r>
              <a:t>Context Poisoning: Outdated definitions lead to systematic errors. Context Confusion: Multiple valid meanings compete. Context Clash: Sources contradict each other.</a:t>
            </a:r>
          </a:p>
          <a:p>
            <a:pPr>
              <a:spcAft>
                <a:spcPts val="300"/>
              </a:spcAft>
              <a:defRPr sz="600" b="0">
                <a:solidFill>
                  <a:srgbClr val="1A1A1A"/>
                </a:solidFill>
                <a:latin typeface="Calibri"/>
              </a:defRPr>
            </a:pPr>
            <a:endParaRPr/>
          </a:p>
          <a:p>
            <a:pPr>
              <a:spcAft>
                <a:spcPts val="300"/>
              </a:spcAft>
              <a:defRPr sz="1300" b="1">
                <a:solidFill>
                  <a:srgbClr val="CC0000"/>
                </a:solidFill>
                <a:latin typeface="Calibri"/>
              </a:defRPr>
            </a:pPr>
            <a:r>
              <a:t>The solution: A governed semantic layer that defines business meaning once, makes it reusable everywhere</a:t>
            </a:r>
          </a:p>
          <a:p>
            <a:pPr>
              <a:spcAft>
                <a:spcPts val="300"/>
              </a:spcAft>
              <a:defRPr sz="600" b="0">
                <a:solidFill>
                  <a:srgbClr val="1A1A1A"/>
                </a:solidFill>
                <a:latin typeface="Calibri"/>
              </a:defRPr>
            </a:pPr>
            <a:endParaRPr/>
          </a:p>
          <a:p>
            <a:pPr>
              <a:spcAft>
                <a:spcPts val="300"/>
              </a:spcAft>
              <a:defRPr sz="1200" b="1">
                <a:solidFill>
                  <a:srgbClr val="1A1A1A"/>
                </a:solidFill>
                <a:latin typeface="Calibri"/>
              </a:defRPr>
            </a:pPr>
            <a:r>
              <a:t>Architecture: Raw Data → Bronze (available) → Silver (reliable) → Gold (reportable) → Semantic Layer (understandable) → AI Agents / BI / Applications</a:t>
            </a:r>
          </a:p>
          <a:p>
            <a:pPr>
              <a:spcAft>
                <a:spcPts val="300"/>
              </a:spcAft>
              <a:defRPr sz="600" b="0">
                <a:solidFill>
                  <a:srgbClr val="1A1A1A"/>
                </a:solidFill>
                <a:latin typeface="Calibri"/>
              </a:defRPr>
            </a:pPr>
            <a:endParaRPr/>
          </a:p>
          <a:p>
            <a:pPr>
              <a:spcAft>
                <a:spcPts val="300"/>
              </a:spcAft>
              <a:defRPr sz="1300" b="1">
                <a:solidFill>
                  <a:srgbClr val="1A1A1A"/>
                </a:solidFill>
                <a:latin typeface="Calibri"/>
              </a:defRPr>
            </a:pPr>
            <a:r>
              <a:t>Five key components:</a:t>
            </a:r>
          </a:p>
          <a:p>
            <a:pPr lvl="1">
              <a:spcAft>
                <a:spcPts val="300"/>
              </a:spcAft>
              <a:defRPr sz="1100" b="0">
                <a:solidFill>
                  <a:srgbClr val="666666"/>
                </a:solidFill>
                <a:latin typeface="Calibri"/>
              </a:defRPr>
            </a:pPr>
            <a:r>
              <a:t>1. Business Definitions: Canonical terms, metric definitions, calculation assumptions, business rules</a:t>
            </a:r>
          </a:p>
          <a:p>
            <a:pPr lvl="1">
              <a:spcAft>
                <a:spcPts val="300"/>
              </a:spcAft>
              <a:defRPr sz="1100" b="0">
                <a:solidFill>
                  <a:srgbClr val="666666"/>
                </a:solidFill>
                <a:latin typeface="Calibri"/>
              </a:defRPr>
            </a:pPr>
            <a:r>
              <a:t>2. Metadata &amp; Context: Data mapping, lineage &amp; provenance, freshness &amp; time context, access &amp; entitlements</a:t>
            </a:r>
          </a:p>
          <a:p>
            <a:pPr lvl="1">
              <a:spcAft>
                <a:spcPts val="300"/>
              </a:spcAft>
              <a:defRPr sz="1100" b="0">
                <a:solidFill>
                  <a:srgbClr val="666666"/>
                </a:solidFill>
                <a:latin typeface="Calibri"/>
              </a:defRPr>
            </a:pPr>
            <a:r>
              <a:t>3. Entities &amp; Hierarchies: Entity models (patient, drug, site, trial), taxonomies, roll-up rules, aggregation logic</a:t>
            </a:r>
          </a:p>
          <a:p>
            <a:pPr lvl="1">
              <a:spcAft>
                <a:spcPts val="300"/>
              </a:spcAft>
              <a:defRPr sz="1100" b="0">
                <a:solidFill>
                  <a:srgbClr val="666666"/>
                </a:solidFill>
                <a:latin typeface="Calibri"/>
              </a:defRPr>
            </a:pPr>
            <a:r>
              <a:t>4. Ontology &amp; Relationships: Relationship types, join logic, constraints, causal/influence links</a:t>
            </a:r>
          </a:p>
          <a:p>
            <a:pPr lvl="1">
              <a:spcAft>
                <a:spcPts val="300"/>
              </a:spcAft>
              <a:defRPr sz="1100" b="0">
                <a:solidFill>
                  <a:srgbClr val="666666"/>
                </a:solidFill>
                <a:latin typeface="Calibri"/>
              </a:defRPr>
            </a:pPr>
            <a:r>
              <a:t>5. Knowledge Graph: Connected entity graph, cross-domain reasoning paths, evidence &amp; signal links</a:t>
            </a:r>
          </a:p>
          <a:p>
            <a:pPr>
              <a:spcAft>
                <a:spcPts val="300"/>
              </a:spcAft>
              <a:defRPr sz="600" b="0">
                <a:solidFill>
                  <a:srgbClr val="1A1A1A"/>
                </a:solidFill>
                <a:latin typeface="Calibri"/>
              </a:defRPr>
            </a:pPr>
            <a:endParaRPr/>
          </a:p>
          <a:p>
            <a:pPr>
              <a:spcAft>
                <a:spcPts val="300"/>
              </a:spcAft>
              <a:defRPr sz="1200" b="0">
                <a:solidFill>
                  <a:srgbClr val="1A1A1A"/>
                </a:solidFill>
                <a:latin typeface="Calibri"/>
              </a:defRPr>
            </a:pPr>
            <a:r>
              <a:t>Platform options: Palantir Foundry (operational), Stardog (standards-based), dbt + Looker (metric layer), or hybrid</a:t>
            </a:r>
          </a:p>
          <a:p>
            <a:pPr>
              <a:spcAft>
                <a:spcPts val="300"/>
              </a:spcAft>
              <a:defRPr sz="1200" b="0">
                <a:solidFill>
                  <a:srgbClr val="1A1A1A"/>
                </a:solidFill>
                <a:latin typeface="Calibri"/>
              </a:defRPr>
            </a:pPr>
            <a:r>
              <a:t>Proven at scale: Tyson, Lowe's, Uber, Cardinal Health, Klarna, Bosch, MLB — all using semantic layers for AI</a:t>
            </a:r>
          </a:p>
        </p:txBody>
      </p:sp>
      <p:sp>
        <p:nvSpPr>
          <p:cNvPr id="6" name="TextBox 5"/>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7" name="TextBox 6"/>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12</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btfpColumnIndicatorGroup2">
            <a:extLst>
              <a:ext uri="{FF2B5EF4-FFF2-40B4-BE49-F238E27FC236}">
                <a16:creationId xmlns:a16="http://schemas.microsoft.com/office/drawing/2014/main" id="{D3D79301-4B09-CB8E-190C-CF5AC9B2F1B2}"/>
              </a:ext>
            </a:extLst>
          </p:cNvPr>
          <p:cNvGrpSpPr/>
          <p:nvPr/>
        </p:nvGrpSpPr>
        <p:grpSpPr>
          <a:xfrm>
            <a:off x="0" y="6926580"/>
            <a:ext cx="12192000" cy="137160"/>
            <a:chOff x="0" y="6926580"/>
            <a:chExt cx="12192000" cy="137160"/>
          </a:xfrm>
        </p:grpSpPr>
        <p:sp>
          <p:nvSpPr>
            <p:cNvPr id="14" name="btfpColumnGapBlocker517716">
              <a:extLst>
                <a:ext uri="{FF2B5EF4-FFF2-40B4-BE49-F238E27FC236}">
                  <a16:creationId xmlns:a16="http://schemas.microsoft.com/office/drawing/2014/main" id="{6FD57B5F-0029-77C6-F038-0225C8FA6D0C}"/>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922862">
              <a:extLst>
                <a:ext uri="{FF2B5EF4-FFF2-40B4-BE49-F238E27FC236}">
                  <a16:creationId xmlns:a16="http://schemas.microsoft.com/office/drawing/2014/main" id="{B97FB296-C38A-9EF6-48A9-6131A82AD299}"/>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871818">
              <a:extLst>
                <a:ext uri="{FF2B5EF4-FFF2-40B4-BE49-F238E27FC236}">
                  <a16:creationId xmlns:a16="http://schemas.microsoft.com/office/drawing/2014/main" id="{3D83B26A-82F4-235E-31FE-6660CE9CBC3D}"/>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775473">
              <a:extLst>
                <a:ext uri="{FF2B5EF4-FFF2-40B4-BE49-F238E27FC236}">
                  <a16:creationId xmlns:a16="http://schemas.microsoft.com/office/drawing/2014/main" id="{F41833F9-ABC9-2A49-AECF-24295A06F85C}"/>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5" name="btfpColumnIndicatorGroup1">
            <a:extLst>
              <a:ext uri="{FF2B5EF4-FFF2-40B4-BE49-F238E27FC236}">
                <a16:creationId xmlns:a16="http://schemas.microsoft.com/office/drawing/2014/main" id="{E7891E20-25A7-1A16-0222-29079EE480DD}"/>
              </a:ext>
            </a:extLst>
          </p:cNvPr>
          <p:cNvGrpSpPr/>
          <p:nvPr/>
        </p:nvGrpSpPr>
        <p:grpSpPr>
          <a:xfrm>
            <a:off x="0" y="-205740"/>
            <a:ext cx="12192000" cy="137160"/>
            <a:chOff x="0" y="-205740"/>
            <a:chExt cx="12192000" cy="137160"/>
          </a:xfrm>
        </p:grpSpPr>
        <p:sp>
          <p:nvSpPr>
            <p:cNvPr id="13" name="btfpColumnGapBlocker242922">
              <a:extLst>
                <a:ext uri="{FF2B5EF4-FFF2-40B4-BE49-F238E27FC236}">
                  <a16:creationId xmlns:a16="http://schemas.microsoft.com/office/drawing/2014/main" id="{B840FF8C-9CF5-1BAE-7AF2-E52AB00BE2F7}"/>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btfpColumnGapBlocker146284">
              <a:extLst>
                <a:ext uri="{FF2B5EF4-FFF2-40B4-BE49-F238E27FC236}">
                  <a16:creationId xmlns:a16="http://schemas.microsoft.com/office/drawing/2014/main" id="{260AA086-D45A-1670-9CD1-28AF24622243}"/>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btfpColumnIndicator455729">
              <a:extLst>
                <a:ext uri="{FF2B5EF4-FFF2-40B4-BE49-F238E27FC236}">
                  <a16:creationId xmlns:a16="http://schemas.microsoft.com/office/drawing/2014/main" id="{A2CF65E4-9265-CB7F-9FCE-AA82374A8742}"/>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 name="btfpColumnIndicator688586">
              <a:extLst>
                <a:ext uri="{FF2B5EF4-FFF2-40B4-BE49-F238E27FC236}">
                  <a16:creationId xmlns:a16="http://schemas.microsoft.com/office/drawing/2014/main" id="{EC1088A0-6B3E-731B-FCA6-B0471BB53E1D}"/>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The Integrated Value Map: AI Potential Across the Pharma Enterprise</a:t>
            </a:r>
          </a:p>
        </p:txBody>
      </p:sp>
      <p:graphicFrame>
        <p:nvGraphicFramePr>
          <p:cNvPr id="4" name="Table 3"/>
          <p:cNvGraphicFramePr>
            <a:graphicFrameLocks noGrp="1"/>
          </p:cNvGraphicFramePr>
          <p:nvPr/>
        </p:nvGraphicFramePr>
        <p:xfrm>
          <a:off x="457200" y="1188720"/>
          <a:ext cx="10332720" cy="57607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960120">
                <a:tc>
                  <a:txBody>
                    <a:bodyPr/>
                    <a:lstStyle/>
                    <a:p>
                      <a:pPr algn="l">
                        <a:defRPr sz="900" b="1">
                          <a:solidFill>
                            <a:srgbClr val="FFFFFF"/>
                          </a:solidFill>
                          <a:latin typeface="Calibri"/>
                        </a:defRPr>
                      </a:pPr>
                      <a:r>
                        <a:t>Value Chain Area</a:t>
                      </a:r>
                    </a:p>
                  </a:txBody>
                  <a:tcPr anchor="ctr">
                    <a:solidFill>
                      <a:srgbClr val="CC0000"/>
                    </a:solidFill>
                  </a:tcPr>
                </a:tc>
                <a:tc>
                  <a:txBody>
                    <a:bodyPr/>
                    <a:lstStyle/>
                    <a:p>
                      <a:pPr algn="l">
                        <a:defRPr sz="900" b="1">
                          <a:solidFill>
                            <a:srgbClr val="FFFFFF"/>
                          </a:solidFill>
                          <a:latin typeface="Calibri"/>
                        </a:defRPr>
                      </a:pPr>
                      <a:r>
                        <a:t>Near-Term (12–18 mo)</a:t>
                      </a:r>
                    </a:p>
                  </a:txBody>
                  <a:tcPr anchor="ctr">
                    <a:solidFill>
                      <a:srgbClr val="CC0000"/>
                    </a:solidFill>
                  </a:tcPr>
                </a:tc>
                <a:tc>
                  <a:txBody>
                    <a:bodyPr/>
                    <a:lstStyle/>
                    <a:p>
                      <a:pPr algn="l">
                        <a:defRPr sz="900" b="1">
                          <a:solidFill>
                            <a:srgbClr val="FFFFFF"/>
                          </a:solidFill>
                          <a:latin typeface="Calibri"/>
                        </a:defRPr>
                      </a:pPr>
                      <a:r>
                        <a:t>Medium-Term (18–36 mo)</a:t>
                      </a:r>
                    </a:p>
                  </a:txBody>
                  <a:tcPr anchor="ctr">
                    <a:solidFill>
                      <a:srgbClr val="CC0000"/>
                    </a:solidFill>
                  </a:tcPr>
                </a:tc>
                <a:tc>
                  <a:txBody>
                    <a:bodyPr/>
                    <a:lstStyle/>
                    <a:p>
                      <a:pPr algn="l">
                        <a:defRPr sz="900" b="1">
                          <a:solidFill>
                            <a:srgbClr val="FFFFFF"/>
                          </a:solidFill>
                          <a:latin typeface="Calibri"/>
                        </a:defRPr>
                      </a:pPr>
                      <a:r>
                        <a:t>Transformational (36+ mo)</a:t>
                      </a:r>
                    </a:p>
                  </a:txBody>
                  <a:tcPr anchor="ctr">
                    <a:solidFill>
                      <a:srgbClr val="CC0000"/>
                    </a:solidFill>
                  </a:tcPr>
                </a:tc>
                <a:tc>
                  <a:txBody>
                    <a:bodyPr/>
                    <a:lstStyle/>
                    <a:p>
                      <a:pPr algn="l">
                        <a:defRPr sz="900" b="1">
                          <a:solidFill>
                            <a:srgbClr val="FFFFFF"/>
                          </a:solidFill>
                          <a:latin typeface="Calibri"/>
                        </a:defRPr>
                      </a:pPr>
                      <a:r>
                        <a:t>Est. EBIT Impact</a:t>
                      </a:r>
                    </a:p>
                  </a:txBody>
                  <a:tcPr anchor="ctr">
                    <a:solidFill>
                      <a:srgbClr val="CC0000"/>
                    </a:solidFill>
                  </a:tcPr>
                </a:tc>
                <a:extLst>
                  <a:ext uri="{0D108BD9-81ED-4DB2-BD59-A6C34878D82A}">
                    <a16:rowId xmlns:a16="http://schemas.microsoft.com/office/drawing/2014/main" val="10000"/>
                  </a:ext>
                </a:extLst>
              </a:tr>
              <a:tr h="960120">
                <a:tc>
                  <a:txBody>
                    <a:bodyPr/>
                    <a:lstStyle/>
                    <a:p>
                      <a:pPr algn="l">
                        <a:defRPr sz="900" b="0">
                          <a:solidFill>
                            <a:srgbClr val="1A1A1A"/>
                          </a:solidFill>
                          <a:latin typeface="Calibri"/>
                        </a:defRPr>
                      </a:pPr>
                      <a:r>
                        <a:t>R&amp;D / Clinical</a:t>
                      </a:r>
                    </a:p>
                  </a:txBody>
                  <a:tcPr anchor="ctr"/>
                </a:tc>
                <a:tc>
                  <a:txBody>
                    <a:bodyPr/>
                    <a:lstStyle/>
                    <a:p>
                      <a:pPr algn="l">
                        <a:defRPr sz="900" b="0">
                          <a:solidFill>
                            <a:srgbClr val="1A1A1A"/>
                          </a:solidFill>
                          <a:latin typeface="Calibri"/>
                        </a:defRPr>
                      </a:pPr>
                      <a:r>
                        <a:t>AI protocol authoring; ML site selection; CRA co-pilot; LLM literature review; automated SOP search</a:t>
                      </a:r>
                    </a:p>
                  </a:txBody>
                  <a:tcPr anchor="ctr"/>
                </a:tc>
                <a:tc>
                  <a:txBody>
                    <a:bodyPr/>
                    <a:lstStyle/>
                    <a:p>
                      <a:pPr algn="l">
                        <a:defRPr sz="900" b="0">
                          <a:solidFill>
                            <a:srgbClr val="1A1A1A"/>
                          </a:solidFill>
                          <a:latin typeface="Calibri"/>
                        </a:defRPr>
                      </a:pPr>
                      <a:r>
                        <a:t>Autonomous trial monitoring; agentic evidence advisory; predictive enrollment; AI-native regulatory submissions</a:t>
                      </a:r>
                    </a:p>
                  </a:txBody>
                  <a:tcPr anchor="ctr"/>
                </a:tc>
                <a:tc>
                  <a:txBody>
                    <a:bodyPr/>
                    <a:lstStyle/>
                    <a:p>
                      <a:pPr algn="l">
                        <a:defRPr sz="900" b="0">
                          <a:solidFill>
                            <a:srgbClr val="1A1A1A"/>
                          </a:solidFill>
                          <a:latin typeface="Calibri"/>
                        </a:defRPr>
                      </a:pPr>
                      <a:r>
                        <a:t>Self-driving clinical trials; real-time evidence generation; AI-mediated regulatory engagement</a:t>
                      </a:r>
                    </a:p>
                  </a:txBody>
                  <a:tcPr anchor="ctr"/>
                </a:tc>
                <a:tc>
                  <a:txBody>
                    <a:bodyPr/>
                    <a:lstStyle/>
                    <a:p>
                      <a:pPr algn="l">
                        <a:defRPr sz="900" b="0">
                          <a:solidFill>
                            <a:srgbClr val="1A1A1A"/>
                          </a:solidFill>
                          <a:latin typeface="Calibri"/>
                        </a:defRPr>
                      </a:pPr>
                      <a:r>
                        <a:t>15–25%</a:t>
                      </a:r>
                      <a:br/>
                      <a:r>
                        <a:t>cost reduction</a:t>
                      </a:r>
                    </a:p>
                  </a:txBody>
                  <a:tcPr anchor="ctr"/>
                </a:tc>
                <a:extLst>
                  <a:ext uri="{0D108BD9-81ED-4DB2-BD59-A6C34878D82A}">
                    <a16:rowId xmlns:a16="http://schemas.microsoft.com/office/drawing/2014/main" val="10001"/>
                  </a:ext>
                </a:extLst>
              </a:tr>
              <a:tr h="960120">
                <a:tc>
                  <a:txBody>
                    <a:bodyPr/>
                    <a:lstStyle/>
                    <a:p>
                      <a:pPr algn="l">
                        <a:defRPr sz="900" b="0">
                          <a:solidFill>
                            <a:srgbClr val="1A1A1A"/>
                          </a:solidFill>
                          <a:latin typeface="Calibri"/>
                        </a:defRPr>
                      </a:pPr>
                      <a:r>
                        <a:t>Manufacturing</a:t>
                      </a:r>
                    </a:p>
                  </a:txBody>
                  <a:tcPr anchor="ctr">
                    <a:solidFill>
                      <a:srgbClr val="FAFAFA"/>
                    </a:solidFill>
                  </a:tcPr>
                </a:tc>
                <a:tc>
                  <a:txBody>
                    <a:bodyPr/>
                    <a:lstStyle/>
                    <a:p>
                      <a:pPr algn="l">
                        <a:defRPr sz="900" b="0">
                          <a:solidFill>
                            <a:srgbClr val="1A1A1A"/>
                          </a:solidFill>
                          <a:latin typeface="Calibri"/>
                        </a:defRPr>
                      </a:pPr>
                      <a:r>
                        <a:t>Predictive quality; AI-optimized clinical supply planning; process analytics co-pilot</a:t>
                      </a:r>
                    </a:p>
                  </a:txBody>
                  <a:tcPr anchor="ctr">
                    <a:solidFill>
                      <a:srgbClr val="FAFAFA"/>
                    </a:solidFill>
                  </a:tcPr>
                </a:tc>
                <a:tc>
                  <a:txBody>
                    <a:bodyPr/>
                    <a:lstStyle/>
                    <a:p>
                      <a:pPr algn="l">
                        <a:defRPr sz="900" b="0">
                          <a:solidFill>
                            <a:srgbClr val="1A1A1A"/>
                          </a:solidFill>
                          <a:latin typeface="Calibri"/>
                        </a:defRPr>
                      </a:pPr>
                      <a:r>
                        <a:t>Digital twin manufacturing; semantic integration with R&amp;D; AI-driven tech transfer</a:t>
                      </a:r>
                    </a:p>
                  </a:txBody>
                  <a:tcPr anchor="ctr">
                    <a:solidFill>
                      <a:srgbClr val="FAFAFA"/>
                    </a:solidFill>
                  </a:tcPr>
                </a:tc>
                <a:tc>
                  <a:txBody>
                    <a:bodyPr/>
                    <a:lstStyle/>
                    <a:p>
                      <a:pPr algn="l">
                        <a:defRPr sz="900" b="0">
                          <a:solidFill>
                            <a:srgbClr val="1A1A1A"/>
                          </a:solidFill>
                          <a:latin typeface="Calibri"/>
                        </a:defRPr>
                      </a:pPr>
                      <a:r>
                        <a:t>Autonomous manufacturing operations; closed-loop quality management</a:t>
                      </a:r>
                    </a:p>
                  </a:txBody>
                  <a:tcPr anchor="ctr">
                    <a:solidFill>
                      <a:srgbClr val="FAFAFA"/>
                    </a:solidFill>
                  </a:tcPr>
                </a:tc>
                <a:tc>
                  <a:txBody>
                    <a:bodyPr/>
                    <a:lstStyle/>
                    <a:p>
                      <a:pPr algn="l">
                        <a:defRPr sz="900" b="0">
                          <a:solidFill>
                            <a:srgbClr val="1A1A1A"/>
                          </a:solidFill>
                          <a:latin typeface="Calibri"/>
                        </a:defRPr>
                      </a:pPr>
                      <a:r>
                        <a:t>10–15%</a:t>
                      </a:r>
                      <a:br/>
                      <a:r>
                        <a:t>cost reduction</a:t>
                      </a:r>
                    </a:p>
                  </a:txBody>
                  <a:tcPr anchor="ctr">
                    <a:solidFill>
                      <a:srgbClr val="FAFAFA"/>
                    </a:solidFill>
                  </a:tcPr>
                </a:tc>
                <a:extLst>
                  <a:ext uri="{0D108BD9-81ED-4DB2-BD59-A6C34878D82A}">
                    <a16:rowId xmlns:a16="http://schemas.microsoft.com/office/drawing/2014/main" val="10002"/>
                  </a:ext>
                </a:extLst>
              </a:tr>
              <a:tr h="960120">
                <a:tc>
                  <a:txBody>
                    <a:bodyPr/>
                    <a:lstStyle/>
                    <a:p>
                      <a:pPr algn="l">
                        <a:defRPr sz="900" b="0">
                          <a:solidFill>
                            <a:srgbClr val="1A1A1A"/>
                          </a:solidFill>
                          <a:latin typeface="Calibri"/>
                        </a:defRPr>
                      </a:pPr>
                      <a:r>
                        <a:t>Commercial</a:t>
                      </a:r>
                    </a:p>
                  </a:txBody>
                  <a:tcPr anchor="ctr"/>
                </a:tc>
                <a:tc>
                  <a:txBody>
                    <a:bodyPr/>
                    <a:lstStyle/>
                    <a:p>
                      <a:pPr algn="l">
                        <a:defRPr sz="900" b="0">
                          <a:solidFill>
                            <a:srgbClr val="1A1A1A"/>
                          </a:solidFill>
                          <a:latin typeface="Calibri"/>
                        </a:defRPr>
                      </a:pPr>
                      <a:r>
                        <a:t>AI-led HCP segmentation; content personalization; GXO for CDS tools; competitive intelligence</a:t>
                      </a:r>
                    </a:p>
                  </a:txBody>
                  <a:tcPr anchor="ctr"/>
                </a:tc>
                <a:tc>
                  <a:txBody>
                    <a:bodyPr/>
                    <a:lstStyle/>
                    <a:p>
                      <a:pPr algn="l">
                        <a:defRPr sz="900" b="0">
                          <a:solidFill>
                            <a:srgbClr val="1A1A1A"/>
                          </a:solidFill>
                          <a:latin typeface="Calibri"/>
                        </a:defRPr>
                      </a:pPr>
                      <a:r>
                        <a:t>Omnichannel AI orchestration; real-time POC evidence delivery; AI-powered field coaching</a:t>
                      </a:r>
                    </a:p>
                  </a:txBody>
                  <a:tcPr anchor="ctr"/>
                </a:tc>
                <a:tc>
                  <a:txBody>
                    <a:bodyPr/>
                    <a:lstStyle/>
                    <a:p>
                      <a:pPr algn="l">
                        <a:defRPr sz="900" b="0">
                          <a:solidFill>
                            <a:srgbClr val="1A1A1A"/>
                          </a:solidFill>
                          <a:latin typeface="Calibri"/>
                        </a:defRPr>
                      </a:pPr>
                      <a:r>
                        <a:t>AI-mediated prescribing influence; autonomous commercial operations; 1:1 HCP engagement</a:t>
                      </a:r>
                    </a:p>
                  </a:txBody>
                  <a:tcPr anchor="ctr"/>
                </a:tc>
                <a:tc>
                  <a:txBody>
                    <a:bodyPr/>
                    <a:lstStyle/>
                    <a:p>
                      <a:pPr algn="l">
                        <a:defRPr sz="900" b="0">
                          <a:solidFill>
                            <a:srgbClr val="1A1A1A"/>
                          </a:solidFill>
                          <a:latin typeface="Calibri"/>
                        </a:defRPr>
                      </a:pPr>
                      <a:r>
                        <a:t>15–20%</a:t>
                      </a:r>
                      <a:br/>
                      <a:r>
                        <a:t>revenue uplift</a:t>
                      </a:r>
                    </a:p>
                  </a:txBody>
                  <a:tcPr anchor="ctr"/>
                </a:tc>
                <a:extLst>
                  <a:ext uri="{0D108BD9-81ED-4DB2-BD59-A6C34878D82A}">
                    <a16:rowId xmlns:a16="http://schemas.microsoft.com/office/drawing/2014/main" val="10003"/>
                  </a:ext>
                </a:extLst>
              </a:tr>
              <a:tr h="960120">
                <a:tc>
                  <a:txBody>
                    <a:bodyPr/>
                    <a:lstStyle/>
                    <a:p>
                      <a:pPr algn="l">
                        <a:defRPr sz="900" b="0">
                          <a:solidFill>
                            <a:srgbClr val="1A1A1A"/>
                          </a:solidFill>
                          <a:latin typeface="Calibri"/>
                        </a:defRPr>
                      </a:pPr>
                      <a:r>
                        <a:t>Medical Affairs</a:t>
                      </a:r>
                    </a:p>
                  </a:txBody>
                  <a:tcPr anchor="ctr">
                    <a:solidFill>
                      <a:srgbClr val="FAFAFA"/>
                    </a:solidFill>
                  </a:tcPr>
                </a:tc>
                <a:tc>
                  <a:txBody>
                    <a:bodyPr/>
                    <a:lstStyle/>
                    <a:p>
                      <a:pPr algn="l">
                        <a:defRPr sz="900" b="0">
                          <a:solidFill>
                            <a:srgbClr val="1A1A1A"/>
                          </a:solidFill>
                          <a:latin typeface="Calibri"/>
                        </a:defRPr>
                      </a:pPr>
                      <a:r>
                        <a:t>SOP co-pilot (200K hrs saved); automated PV intake; signal detection from social/EHR</a:t>
                      </a:r>
                    </a:p>
                  </a:txBody>
                  <a:tcPr anchor="ctr">
                    <a:solidFill>
                      <a:srgbClr val="FAFAFA"/>
                    </a:solidFill>
                  </a:tcPr>
                </a:tc>
                <a:tc>
                  <a:txBody>
                    <a:bodyPr/>
                    <a:lstStyle/>
                    <a:p>
                      <a:pPr algn="l">
                        <a:defRPr sz="900" b="0">
                          <a:solidFill>
                            <a:srgbClr val="1A1A1A"/>
                          </a:solidFill>
                          <a:latin typeface="Calibri"/>
                        </a:defRPr>
                      </a:pPr>
                      <a:r>
                        <a:t>Agentic stakeholder simulation; AI evidence gap analysis; automated publications</a:t>
                      </a:r>
                    </a:p>
                  </a:txBody>
                  <a:tcPr anchor="ctr">
                    <a:solidFill>
                      <a:srgbClr val="FAFAFA"/>
                    </a:solidFill>
                  </a:tcPr>
                </a:tc>
                <a:tc>
                  <a:txBody>
                    <a:bodyPr/>
                    <a:lstStyle/>
                    <a:p>
                      <a:pPr algn="l">
                        <a:defRPr sz="900" b="0">
                          <a:solidFill>
                            <a:srgbClr val="1A1A1A"/>
                          </a:solidFill>
                          <a:latin typeface="Calibri"/>
                        </a:defRPr>
                      </a:pPr>
                      <a:r>
                        <a:t>Continuous RWE generation; autonomous safety monitoring; real-time medical intelligence</a:t>
                      </a:r>
                    </a:p>
                  </a:txBody>
                  <a:tcPr anchor="ctr">
                    <a:solidFill>
                      <a:srgbClr val="FAFAFA"/>
                    </a:solidFill>
                  </a:tcPr>
                </a:tc>
                <a:tc>
                  <a:txBody>
                    <a:bodyPr/>
                    <a:lstStyle/>
                    <a:p>
                      <a:pPr algn="l">
                        <a:defRPr sz="900" b="0">
                          <a:solidFill>
                            <a:srgbClr val="1A1A1A"/>
                          </a:solidFill>
                          <a:latin typeface="Calibri"/>
                        </a:defRPr>
                      </a:pPr>
                      <a:r>
                        <a:t>10–15% cost</a:t>
                      </a:r>
                      <a:br/>
                      <a:r>
                        <a:t>reduction + risk</a:t>
                      </a:r>
                    </a:p>
                  </a:txBody>
                  <a:tcPr anchor="ctr">
                    <a:solidFill>
                      <a:srgbClr val="FAFAFA"/>
                    </a:solidFill>
                  </a:tcPr>
                </a:tc>
                <a:extLst>
                  <a:ext uri="{0D108BD9-81ED-4DB2-BD59-A6C34878D82A}">
                    <a16:rowId xmlns:a16="http://schemas.microsoft.com/office/drawing/2014/main" val="10004"/>
                  </a:ext>
                </a:extLst>
              </a:tr>
              <a:tr h="960120">
                <a:tc>
                  <a:txBody>
                    <a:bodyPr/>
                    <a:lstStyle/>
                    <a:p>
                      <a:pPr algn="l">
                        <a:defRPr sz="900" b="0">
                          <a:solidFill>
                            <a:srgbClr val="1A1A1A"/>
                          </a:solidFill>
                          <a:latin typeface="Calibri"/>
                        </a:defRPr>
                      </a:pPr>
                      <a:r>
                        <a:t>Enterprise / G&amp;A</a:t>
                      </a:r>
                    </a:p>
                  </a:txBody>
                  <a:tcPr anchor="ctr"/>
                </a:tc>
                <a:tc>
                  <a:txBody>
                    <a:bodyPr/>
                    <a:lstStyle/>
                    <a:p>
                      <a:pPr algn="l">
                        <a:defRPr sz="900" b="0">
                          <a:solidFill>
                            <a:srgbClr val="1A1A1A"/>
                          </a:solidFill>
                          <a:latin typeface="Calibri"/>
                        </a:defRPr>
                      </a:pPr>
                      <a:r>
                        <a:t>AI-powered procurement; finance co-pilots; HR automation; agentic ERP workflows</a:t>
                      </a:r>
                    </a:p>
                  </a:txBody>
                  <a:tcPr anchor="ctr"/>
                </a:tc>
                <a:tc>
                  <a:txBody>
                    <a:bodyPr/>
                    <a:lstStyle/>
                    <a:p>
                      <a:pPr algn="l">
                        <a:defRPr sz="900" b="0">
                          <a:solidFill>
                            <a:srgbClr val="1A1A1A"/>
                          </a:solidFill>
                          <a:latin typeface="Calibri"/>
                        </a:defRPr>
                      </a:pPr>
                      <a:r>
                        <a:t>Touchless platform operations; multi-agent orchestration across SAP/Workday/Salesforce</a:t>
                      </a:r>
                    </a:p>
                  </a:txBody>
                  <a:tcPr anchor="ctr"/>
                </a:tc>
                <a:tc>
                  <a:txBody>
                    <a:bodyPr/>
                    <a:lstStyle/>
                    <a:p>
                      <a:pPr algn="l">
                        <a:defRPr sz="900" b="0">
                          <a:solidFill>
                            <a:srgbClr val="1A1A1A"/>
                          </a:solidFill>
                          <a:latin typeface="Calibri"/>
                        </a:defRPr>
                      </a:pPr>
                      <a:r>
                        <a:t>Fully autonomous support functions; AI as primary interface for enterprise systems</a:t>
                      </a:r>
                    </a:p>
                  </a:txBody>
                  <a:tcPr anchor="ctr"/>
                </a:tc>
                <a:tc>
                  <a:txBody>
                    <a:bodyPr/>
                    <a:lstStyle/>
                    <a:p>
                      <a:pPr algn="l">
                        <a:defRPr sz="900" b="0">
                          <a:solidFill>
                            <a:srgbClr val="1A1A1A"/>
                          </a:solidFill>
                          <a:latin typeface="Calibri"/>
                        </a:defRPr>
                      </a:pPr>
                      <a:r>
                        <a:t>20–30%</a:t>
                      </a:r>
                      <a:br/>
                      <a:r>
                        <a:t>G&amp;A reduction</a:t>
                      </a:r>
                    </a:p>
                  </a:txBody>
                  <a:tcPr anchor="ctr"/>
                </a:tc>
                <a:extLst>
                  <a:ext uri="{0D108BD9-81ED-4DB2-BD59-A6C34878D82A}">
                    <a16:rowId xmlns:a16="http://schemas.microsoft.com/office/drawing/2014/main" val="10005"/>
                  </a:ext>
                </a:extLst>
              </a:tr>
            </a:tbl>
          </a:graphicData>
        </a:graphic>
      </p:graphicFrame>
      <p:sp>
        <p:nvSpPr>
          <p:cNvPr id="5" name="TextBox 4"/>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6" name="TextBox 5"/>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13</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btfpColumnIndicatorGroup2">
            <a:extLst>
              <a:ext uri="{FF2B5EF4-FFF2-40B4-BE49-F238E27FC236}">
                <a16:creationId xmlns:a16="http://schemas.microsoft.com/office/drawing/2014/main" id="{B2907F86-D286-2910-56C8-8719B2C58595}"/>
              </a:ext>
            </a:extLst>
          </p:cNvPr>
          <p:cNvGrpSpPr/>
          <p:nvPr/>
        </p:nvGrpSpPr>
        <p:grpSpPr>
          <a:xfrm>
            <a:off x="0" y="6926580"/>
            <a:ext cx="12192000" cy="137160"/>
            <a:chOff x="0" y="6926580"/>
            <a:chExt cx="12192000" cy="137160"/>
          </a:xfrm>
        </p:grpSpPr>
        <p:sp>
          <p:nvSpPr>
            <p:cNvPr id="15" name="btfpColumnGapBlocker649745">
              <a:extLst>
                <a:ext uri="{FF2B5EF4-FFF2-40B4-BE49-F238E27FC236}">
                  <a16:creationId xmlns:a16="http://schemas.microsoft.com/office/drawing/2014/main" id="{EA15E82D-9488-B66A-E702-C6725A5EC2BA}"/>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btfpColumnGapBlocker292732">
              <a:extLst>
                <a:ext uri="{FF2B5EF4-FFF2-40B4-BE49-F238E27FC236}">
                  <a16:creationId xmlns:a16="http://schemas.microsoft.com/office/drawing/2014/main" id="{29FC1763-AE8C-9B53-204B-D841D183558E}"/>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btfpColumnIndicator803848">
              <a:extLst>
                <a:ext uri="{FF2B5EF4-FFF2-40B4-BE49-F238E27FC236}">
                  <a16:creationId xmlns:a16="http://schemas.microsoft.com/office/drawing/2014/main" id="{271B4364-A4D3-71CD-172D-F44496467A30}"/>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btfpColumnIndicator611089">
              <a:extLst>
                <a:ext uri="{FF2B5EF4-FFF2-40B4-BE49-F238E27FC236}">
                  <a16:creationId xmlns:a16="http://schemas.microsoft.com/office/drawing/2014/main" id="{79653950-F56C-748F-1F75-0FA9F50E3E1F}"/>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6" name="btfpColumnIndicatorGroup1">
            <a:extLst>
              <a:ext uri="{FF2B5EF4-FFF2-40B4-BE49-F238E27FC236}">
                <a16:creationId xmlns:a16="http://schemas.microsoft.com/office/drawing/2014/main" id="{677307F3-D677-6972-39EB-EE3AD3882948}"/>
              </a:ext>
            </a:extLst>
          </p:cNvPr>
          <p:cNvGrpSpPr/>
          <p:nvPr/>
        </p:nvGrpSpPr>
        <p:grpSpPr>
          <a:xfrm>
            <a:off x="0" y="-205740"/>
            <a:ext cx="12192000" cy="137160"/>
            <a:chOff x="0" y="-205740"/>
            <a:chExt cx="12192000" cy="137160"/>
          </a:xfrm>
        </p:grpSpPr>
        <p:sp>
          <p:nvSpPr>
            <p:cNvPr id="14" name="btfpColumnGapBlocker243882">
              <a:extLst>
                <a:ext uri="{FF2B5EF4-FFF2-40B4-BE49-F238E27FC236}">
                  <a16:creationId xmlns:a16="http://schemas.microsoft.com/office/drawing/2014/main" id="{F5C405FC-91A8-B6BE-44FD-F1DE1958E93F}"/>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433298">
              <a:extLst>
                <a:ext uri="{FF2B5EF4-FFF2-40B4-BE49-F238E27FC236}">
                  <a16:creationId xmlns:a16="http://schemas.microsoft.com/office/drawing/2014/main" id="{C11EC7F1-2EBC-4180-699B-A1D57E63A6E8}"/>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145707">
              <a:extLst>
                <a:ext uri="{FF2B5EF4-FFF2-40B4-BE49-F238E27FC236}">
                  <a16:creationId xmlns:a16="http://schemas.microsoft.com/office/drawing/2014/main" id="{1BAA7BF1-E08F-411D-F190-75BE8532E026}"/>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274996">
              <a:extLst>
                <a:ext uri="{FF2B5EF4-FFF2-40B4-BE49-F238E27FC236}">
                  <a16:creationId xmlns:a16="http://schemas.microsoft.com/office/drawing/2014/main" id="{495BD473-2C84-4423-46D9-91AA5381AEBC}"/>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What Separates Winners from Laggards</a:t>
            </a:r>
          </a:p>
        </p:txBody>
      </p:sp>
      <p:sp>
        <p:nvSpPr>
          <p:cNvPr id="4" name="TextBox 3"/>
          <p:cNvSpPr txBox="1"/>
          <p:nvPr/>
        </p:nvSpPr>
        <p:spPr>
          <a:xfrm>
            <a:off x="640080" y="822960"/>
            <a:ext cx="10881360" cy="411480"/>
          </a:xfrm>
          <a:prstGeom prst="rect">
            <a:avLst/>
          </a:prstGeom>
          <a:noFill/>
        </p:spPr>
        <p:txBody>
          <a:bodyPr wrap="square">
            <a:spAutoFit/>
          </a:bodyPr>
          <a:lstStyle/>
          <a:p>
            <a:pPr>
              <a:defRPr sz="1300" i="1">
                <a:solidFill>
                  <a:srgbClr val="CC0000"/>
                </a:solidFill>
                <a:latin typeface="Calibri"/>
              </a:defRPr>
            </a:pPr>
            <a:r>
              <a:t>The Bain AI Transformation Framework Applied to Pharma</a:t>
            </a:r>
          </a:p>
        </p:txBody>
      </p:sp>
      <p:sp>
        <p:nvSpPr>
          <p:cNvPr id="5" name="TextBox 4"/>
          <p:cNvSpPr txBox="1"/>
          <p:nvPr/>
        </p:nvSpPr>
        <p:spPr>
          <a:xfrm>
            <a:off x="640080" y="1280160"/>
            <a:ext cx="10881360" cy="4754880"/>
          </a:xfrm>
          <a:prstGeom prst="rect">
            <a:avLst/>
          </a:prstGeom>
          <a:noFill/>
        </p:spPr>
        <p:txBody>
          <a:bodyPr wrap="square">
            <a:spAutoFit/>
          </a:bodyPr>
          <a:lstStyle/>
          <a:p>
            <a:pPr>
              <a:spcAft>
                <a:spcPts val="300"/>
              </a:spcAft>
              <a:defRPr sz="1500" b="1">
                <a:solidFill>
                  <a:srgbClr val="CC0000"/>
                </a:solidFill>
                <a:latin typeface="Calibri"/>
              </a:defRPr>
            </a:pPr>
            <a:r>
              <a:t>1.  Top-down leadership</a:t>
            </a:r>
          </a:p>
          <a:p>
            <a:pPr>
              <a:spcAft>
                <a:spcPts val="300"/>
              </a:spcAft>
              <a:defRPr sz="1100" b="0">
                <a:solidFill>
                  <a:srgbClr val="1A1A1A"/>
                </a:solidFill>
                <a:latin typeface="Calibri"/>
              </a:defRPr>
            </a:pPr>
            <a:r>
              <a:t>AI transformation starts in the C-suite, not the innovation lab. Integrate AI into strategy with ambition matched by executive ownership. Embed AI objectives into performance reviews, bonus structures, and promotion criteria. Shopify mandated AI as 'baseline expectation' — pharma CEOs must do the same.</a:t>
            </a:r>
          </a:p>
          <a:p>
            <a:pPr>
              <a:spcAft>
                <a:spcPts val="300"/>
              </a:spcAft>
              <a:defRPr sz="600" b="0">
                <a:solidFill>
                  <a:srgbClr val="1A1A1A"/>
                </a:solidFill>
                <a:latin typeface="Calibri"/>
              </a:defRPr>
            </a:pPr>
            <a:endParaRPr/>
          </a:p>
          <a:p>
            <a:pPr>
              <a:spcAft>
                <a:spcPts val="300"/>
              </a:spcAft>
              <a:defRPr sz="1500" b="1">
                <a:solidFill>
                  <a:srgbClr val="CC0000"/>
                </a:solidFill>
                <a:latin typeface="Calibri"/>
              </a:defRPr>
            </a:pPr>
            <a:r>
              <a:t>2.  Fewer, bigger bets</a:t>
            </a:r>
          </a:p>
          <a:p>
            <a:pPr>
              <a:spcAft>
                <a:spcPts val="300"/>
              </a:spcAft>
              <a:defRPr sz="1100" b="0">
                <a:solidFill>
                  <a:srgbClr val="1A1A1A"/>
                </a:solidFill>
                <a:latin typeface="Calibri"/>
              </a:defRPr>
            </a:pPr>
            <a:r>
              <a:t>4–5 critical domains, not 200 pilots. In pharma: clinical development, evidence generation, commercial engagement, pharmacovigilance, and enterprise data. Each domain is a system of work with 20–40+ interrelated use cases. Transformation happens at the domain level, not the use case level.</a:t>
            </a:r>
          </a:p>
          <a:p>
            <a:pPr>
              <a:spcAft>
                <a:spcPts val="300"/>
              </a:spcAft>
              <a:defRPr sz="600" b="0">
                <a:solidFill>
                  <a:srgbClr val="1A1A1A"/>
                </a:solidFill>
                <a:latin typeface="Calibri"/>
              </a:defRPr>
            </a:pPr>
            <a:endParaRPr/>
          </a:p>
          <a:p>
            <a:pPr>
              <a:spcAft>
                <a:spcPts val="300"/>
              </a:spcAft>
              <a:defRPr sz="1500" b="1">
                <a:solidFill>
                  <a:srgbClr val="CC0000"/>
                </a:solidFill>
                <a:latin typeface="Calibri"/>
              </a:defRPr>
            </a:pPr>
            <a:r>
              <a:t>3.  Zero-based process redesign</a:t>
            </a:r>
          </a:p>
          <a:p>
            <a:pPr>
              <a:spcAft>
                <a:spcPts val="300"/>
              </a:spcAft>
              <a:defRPr sz="1100" b="0">
                <a:solidFill>
                  <a:srgbClr val="1A1A1A"/>
                </a:solidFill>
                <a:latin typeface="Calibri"/>
              </a:defRPr>
            </a:pPr>
            <a:r>
              <a:t>Map point of departure → reimagine point of arrival with AI at the core. Don't automate broken workflows — build entirely new processes with AI at the center. The process redesign, not the technology, creates most of the value.</a:t>
            </a:r>
          </a:p>
          <a:p>
            <a:pPr>
              <a:spcAft>
                <a:spcPts val="300"/>
              </a:spcAft>
              <a:defRPr sz="600" b="0">
                <a:solidFill>
                  <a:srgbClr val="1A1A1A"/>
                </a:solidFill>
                <a:latin typeface="Calibri"/>
              </a:defRPr>
            </a:pPr>
            <a:endParaRPr/>
          </a:p>
          <a:p>
            <a:pPr>
              <a:spcAft>
                <a:spcPts val="300"/>
              </a:spcAft>
              <a:defRPr sz="1500" b="1">
                <a:solidFill>
                  <a:srgbClr val="CC0000"/>
                </a:solidFill>
                <a:latin typeface="Calibri"/>
              </a:defRPr>
            </a:pPr>
            <a:r>
              <a:t>4.  Operating model for continuous transformation</a:t>
            </a:r>
          </a:p>
          <a:p>
            <a:pPr>
              <a:spcAft>
                <a:spcPts val="300"/>
              </a:spcAft>
              <a:defRPr sz="1100" b="0">
                <a:solidFill>
                  <a:srgbClr val="1A1A1A"/>
                </a:solidFill>
                <a:latin typeface="Calibri"/>
              </a:defRPr>
            </a:pPr>
            <a:r>
              <a:t>Small transformation team + business-owned solution teams. Two speeds: run the business and change the business simultaneously. Six critical areas: E2E process, solution team mobilization, data governance, scaling, adoption, business-tech partnership.</a:t>
            </a:r>
          </a:p>
          <a:p>
            <a:pPr>
              <a:spcAft>
                <a:spcPts val="300"/>
              </a:spcAft>
              <a:defRPr sz="600" b="0">
                <a:solidFill>
                  <a:srgbClr val="1A1A1A"/>
                </a:solidFill>
                <a:latin typeface="Calibri"/>
              </a:defRPr>
            </a:pPr>
            <a:endParaRPr/>
          </a:p>
          <a:p>
            <a:pPr>
              <a:spcAft>
                <a:spcPts val="300"/>
              </a:spcAft>
              <a:defRPr sz="1500" b="1">
                <a:solidFill>
                  <a:srgbClr val="CC0000"/>
                </a:solidFill>
                <a:latin typeface="Calibri"/>
              </a:defRPr>
            </a:pPr>
            <a:r>
              <a:t>5.  Semantic foundation first</a:t>
            </a:r>
          </a:p>
          <a:p>
            <a:pPr>
              <a:spcAft>
                <a:spcPts val="300"/>
              </a:spcAft>
              <a:defRPr sz="1100" b="0">
                <a:solidFill>
                  <a:srgbClr val="1A1A1A"/>
                </a:solidFill>
                <a:latin typeface="Calibri"/>
              </a:defRPr>
            </a:pPr>
            <a:r>
              <a:t>Build the meaning layer before scaling agents. Context management is the enterprise capability that makes everything else work. Without it, every new AI agent multiplies inconsistency, not intelligence.</a:t>
            </a:r>
          </a:p>
        </p:txBody>
      </p:sp>
      <p:sp>
        <p:nvSpPr>
          <p:cNvPr id="6" name="TextBox 5"/>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7" name="TextBox 6"/>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14</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btfpColumnIndicatorGroup2">
            <a:extLst>
              <a:ext uri="{FF2B5EF4-FFF2-40B4-BE49-F238E27FC236}">
                <a16:creationId xmlns:a16="http://schemas.microsoft.com/office/drawing/2014/main" id="{77C1D03C-F1D1-A36A-FF42-5200A7EFA161}"/>
              </a:ext>
            </a:extLst>
          </p:cNvPr>
          <p:cNvGrpSpPr/>
          <p:nvPr/>
        </p:nvGrpSpPr>
        <p:grpSpPr>
          <a:xfrm>
            <a:off x="0" y="6926580"/>
            <a:ext cx="12192000" cy="137160"/>
            <a:chOff x="0" y="6926580"/>
            <a:chExt cx="12192000" cy="137160"/>
          </a:xfrm>
        </p:grpSpPr>
        <p:sp>
          <p:nvSpPr>
            <p:cNvPr id="17" name="btfpColumnGapBlocker582486">
              <a:extLst>
                <a:ext uri="{FF2B5EF4-FFF2-40B4-BE49-F238E27FC236}">
                  <a16:creationId xmlns:a16="http://schemas.microsoft.com/office/drawing/2014/main" id="{EBB69255-DE5A-BDB7-8640-236E8D74E420}"/>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btfpColumnGapBlocker916029">
              <a:extLst>
                <a:ext uri="{FF2B5EF4-FFF2-40B4-BE49-F238E27FC236}">
                  <a16:creationId xmlns:a16="http://schemas.microsoft.com/office/drawing/2014/main" id="{027B0B1A-7873-DF74-D5FB-D60B21BCEF2F}"/>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btfpColumnIndicator966894">
              <a:extLst>
                <a:ext uri="{FF2B5EF4-FFF2-40B4-BE49-F238E27FC236}">
                  <a16:creationId xmlns:a16="http://schemas.microsoft.com/office/drawing/2014/main" id="{D2F0D40C-748F-EF31-19B7-1A07FC2570EE}"/>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 name="btfpColumnIndicator453848">
              <a:extLst>
                <a:ext uri="{FF2B5EF4-FFF2-40B4-BE49-F238E27FC236}">
                  <a16:creationId xmlns:a16="http://schemas.microsoft.com/office/drawing/2014/main" id="{6BD6E7FE-912A-0EBA-9705-5DF41313ED7A}"/>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8" name="btfpColumnIndicatorGroup1">
            <a:extLst>
              <a:ext uri="{FF2B5EF4-FFF2-40B4-BE49-F238E27FC236}">
                <a16:creationId xmlns:a16="http://schemas.microsoft.com/office/drawing/2014/main" id="{57883C85-82EF-A43B-7933-E89282481278}"/>
              </a:ext>
            </a:extLst>
          </p:cNvPr>
          <p:cNvGrpSpPr/>
          <p:nvPr/>
        </p:nvGrpSpPr>
        <p:grpSpPr>
          <a:xfrm>
            <a:off x="0" y="-205740"/>
            <a:ext cx="12192000" cy="137160"/>
            <a:chOff x="0" y="-205740"/>
            <a:chExt cx="12192000" cy="137160"/>
          </a:xfrm>
        </p:grpSpPr>
        <p:sp>
          <p:nvSpPr>
            <p:cNvPr id="16" name="btfpColumnGapBlocker256422">
              <a:extLst>
                <a:ext uri="{FF2B5EF4-FFF2-40B4-BE49-F238E27FC236}">
                  <a16:creationId xmlns:a16="http://schemas.microsoft.com/office/drawing/2014/main" id="{4139B199-DBEF-CC3F-4308-2885216D85D6}"/>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btfpColumnGapBlocker133253">
              <a:extLst>
                <a:ext uri="{FF2B5EF4-FFF2-40B4-BE49-F238E27FC236}">
                  <a16:creationId xmlns:a16="http://schemas.microsoft.com/office/drawing/2014/main" id="{6FF2C41F-6D15-1D66-3DF4-588C0A753134}"/>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btfpColumnIndicator202169">
              <a:extLst>
                <a:ext uri="{FF2B5EF4-FFF2-40B4-BE49-F238E27FC236}">
                  <a16:creationId xmlns:a16="http://schemas.microsoft.com/office/drawing/2014/main" id="{EC563BCC-E2A6-85FE-EBAD-F96B956EFDBC}"/>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 name="btfpColumnIndicator634376">
              <a:extLst>
                <a:ext uri="{FF2B5EF4-FFF2-40B4-BE49-F238E27FC236}">
                  <a16:creationId xmlns:a16="http://schemas.microsoft.com/office/drawing/2014/main" id="{D145586C-7D45-9F4D-AD2A-944E5D184039}"/>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640080"/>
            <a:ext cx="10332720" cy="1097280"/>
          </a:xfrm>
          <a:prstGeom prst="rect">
            <a:avLst/>
          </a:prstGeom>
          <a:noFill/>
        </p:spPr>
        <p:txBody>
          <a:bodyPr wrap="square">
            <a:spAutoFit/>
          </a:bodyPr>
          <a:lstStyle/>
          <a:p>
            <a:pPr>
              <a:defRPr sz="3200" b="1">
                <a:solidFill>
                  <a:srgbClr val="FFFFFF"/>
                </a:solidFill>
                <a:latin typeface="Calibri"/>
              </a:defRPr>
            </a:pPr>
            <a:r>
              <a:t>The Cost of Inaction</a:t>
            </a:r>
          </a:p>
          <a:p>
            <a:pPr>
              <a:defRPr sz="1400" i="1">
                <a:solidFill>
                  <a:srgbClr val="E64545"/>
                </a:solidFill>
                <a:latin typeface="Calibri"/>
              </a:defRPr>
            </a:pPr>
            <a:r>
              <a:t>"The question is no longer how pharma will use AI. It’s whether pharma will still control its own destiny in a world where AI mediates every clinical decision."</a:t>
            </a:r>
          </a:p>
        </p:txBody>
      </p:sp>
      <p:sp>
        <p:nvSpPr>
          <p:cNvPr id="4" name="TextBox 3"/>
          <p:cNvSpPr txBox="1"/>
          <p:nvPr/>
        </p:nvSpPr>
        <p:spPr>
          <a:xfrm>
            <a:off x="1188720" y="2560320"/>
            <a:ext cx="9601200" cy="548640"/>
          </a:xfrm>
          <a:prstGeom prst="rect">
            <a:avLst/>
          </a:prstGeom>
          <a:noFill/>
        </p:spPr>
        <p:txBody>
          <a:bodyPr wrap="square">
            <a:spAutoFit/>
          </a:bodyPr>
          <a:lstStyle/>
          <a:p>
            <a:pPr>
              <a:defRPr sz="1400">
                <a:solidFill>
                  <a:srgbClr val="FFFFFF"/>
                </a:solidFill>
                <a:latin typeface="Calibri"/>
              </a:defRPr>
            </a:pPr>
            <a:r>
              <a:t>▶  AI leaders are delivering double the EBIT margins of their competitors</a:t>
            </a:r>
          </a:p>
        </p:txBody>
      </p:sp>
      <p:sp>
        <p:nvSpPr>
          <p:cNvPr id="5" name="TextBox 4"/>
          <p:cNvSpPr txBox="1"/>
          <p:nvPr/>
        </p:nvSpPr>
        <p:spPr>
          <a:xfrm>
            <a:off x="1188720" y="3154680"/>
            <a:ext cx="9601200" cy="548640"/>
          </a:xfrm>
          <a:prstGeom prst="rect">
            <a:avLst/>
          </a:prstGeom>
          <a:noFill/>
        </p:spPr>
        <p:txBody>
          <a:bodyPr wrap="square">
            <a:spAutoFit/>
          </a:bodyPr>
          <a:lstStyle/>
          <a:p>
            <a:pPr>
              <a:defRPr sz="1400">
                <a:solidFill>
                  <a:srgbClr val="FFFFFF"/>
                </a:solidFill>
                <a:latin typeface="Calibri"/>
              </a:defRPr>
            </a:pPr>
            <a:r>
              <a:t>▶  85% of providers expect AI to transform treatment decisions in 3–5 years</a:t>
            </a:r>
          </a:p>
        </p:txBody>
      </p:sp>
      <p:sp>
        <p:nvSpPr>
          <p:cNvPr id="6" name="TextBox 5"/>
          <p:cNvSpPr txBox="1"/>
          <p:nvPr/>
        </p:nvSpPr>
        <p:spPr>
          <a:xfrm>
            <a:off x="1188720" y="3749040"/>
            <a:ext cx="9601200" cy="548640"/>
          </a:xfrm>
          <a:prstGeom prst="rect">
            <a:avLst/>
          </a:prstGeom>
          <a:noFill/>
        </p:spPr>
        <p:txBody>
          <a:bodyPr wrap="square">
            <a:spAutoFit/>
          </a:bodyPr>
          <a:lstStyle/>
          <a:p>
            <a:pPr>
              <a:defRPr sz="1400">
                <a:solidFill>
                  <a:srgbClr val="FFFFFF"/>
                </a:solidFill>
                <a:latin typeface="Calibri"/>
              </a:defRPr>
            </a:pPr>
            <a:r>
              <a:t>▶  Biotech insurgents with AI-native operations need 60% fewer people and 40% less capital per trial</a:t>
            </a:r>
          </a:p>
        </p:txBody>
      </p:sp>
      <p:sp>
        <p:nvSpPr>
          <p:cNvPr id="7" name="TextBox 6"/>
          <p:cNvSpPr txBox="1"/>
          <p:nvPr/>
        </p:nvSpPr>
        <p:spPr>
          <a:xfrm>
            <a:off x="1188720" y="4343400"/>
            <a:ext cx="9601200" cy="548640"/>
          </a:xfrm>
          <a:prstGeom prst="rect">
            <a:avLst/>
          </a:prstGeom>
          <a:noFill/>
        </p:spPr>
        <p:txBody>
          <a:bodyPr wrap="square">
            <a:spAutoFit/>
          </a:bodyPr>
          <a:lstStyle/>
          <a:p>
            <a:pPr>
              <a:defRPr sz="1400">
                <a:solidFill>
                  <a:srgbClr val="FFFFFF"/>
                </a:solidFill>
                <a:latin typeface="Calibri"/>
              </a:defRPr>
            </a:pPr>
            <a:r>
              <a:t>▶  CROs that don't invest in AI face margin compression, talent attrition, and customer defection</a:t>
            </a:r>
          </a:p>
        </p:txBody>
      </p:sp>
      <p:sp>
        <p:nvSpPr>
          <p:cNvPr id="8" name="TextBox 7"/>
          <p:cNvSpPr txBox="1"/>
          <p:nvPr/>
        </p:nvSpPr>
        <p:spPr>
          <a:xfrm>
            <a:off x="1188720" y="4937760"/>
            <a:ext cx="9601200" cy="548640"/>
          </a:xfrm>
          <a:prstGeom prst="rect">
            <a:avLst/>
          </a:prstGeom>
          <a:noFill/>
        </p:spPr>
        <p:txBody>
          <a:bodyPr wrap="square">
            <a:spAutoFit/>
          </a:bodyPr>
          <a:lstStyle/>
          <a:p>
            <a:pPr>
              <a:defRPr sz="1400">
                <a:solidFill>
                  <a:srgbClr val="FFFFFF"/>
                </a:solidFill>
                <a:latin typeface="Calibri"/>
              </a:defRPr>
            </a:pPr>
            <a:r>
              <a:t>▶  Every month of delay compounds: competitors scale, data advantages widen, talent migrates, and the AI-mediated point of care evolves without your evidence in it</a:t>
            </a:r>
          </a:p>
        </p:txBody>
      </p:sp>
      <p:sp>
        <p:nvSpPr>
          <p:cNvPr id="9" name="TextBox 8"/>
          <p:cNvSpPr txBox="1"/>
          <p:nvPr/>
        </p:nvSpPr>
        <p:spPr>
          <a:xfrm>
            <a:off x="914400" y="5577840"/>
            <a:ext cx="10332720" cy="548640"/>
          </a:xfrm>
          <a:prstGeom prst="rect">
            <a:avLst/>
          </a:prstGeom>
          <a:noFill/>
        </p:spPr>
        <p:txBody>
          <a:bodyPr wrap="square">
            <a:spAutoFit/>
          </a:bodyPr>
          <a:lstStyle/>
          <a:p>
            <a:pPr algn="ctr">
              <a:defRPr sz="1800" b="1">
                <a:solidFill>
                  <a:srgbClr val="E64545"/>
                </a:solidFill>
                <a:latin typeface="Calibri"/>
              </a:defRPr>
            </a:pPr>
            <a:r>
              <a:t>The winners won't have the most pilots. They'll have the fewest — and the biggest.</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btfpColumnIndicatorGroup2">
            <a:extLst>
              <a:ext uri="{FF2B5EF4-FFF2-40B4-BE49-F238E27FC236}">
                <a16:creationId xmlns:a16="http://schemas.microsoft.com/office/drawing/2014/main" id="{21503B2F-C3A1-2748-3B63-EC16224FA802}"/>
              </a:ext>
            </a:extLst>
          </p:cNvPr>
          <p:cNvGrpSpPr/>
          <p:nvPr/>
        </p:nvGrpSpPr>
        <p:grpSpPr>
          <a:xfrm>
            <a:off x="0" y="6926580"/>
            <a:ext cx="12192000" cy="137160"/>
            <a:chOff x="0" y="6926580"/>
            <a:chExt cx="12192000" cy="137160"/>
          </a:xfrm>
        </p:grpSpPr>
        <p:sp>
          <p:nvSpPr>
            <p:cNvPr id="28" name="btfpColumnGapBlocker580151">
              <a:extLst>
                <a:ext uri="{FF2B5EF4-FFF2-40B4-BE49-F238E27FC236}">
                  <a16:creationId xmlns:a16="http://schemas.microsoft.com/office/drawing/2014/main" id="{051871A1-587C-AD02-24DA-50ADAD90CAAE}"/>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btfpColumnGapBlocker739784">
              <a:extLst>
                <a:ext uri="{FF2B5EF4-FFF2-40B4-BE49-F238E27FC236}">
                  <a16:creationId xmlns:a16="http://schemas.microsoft.com/office/drawing/2014/main" id="{C704D523-2DD3-8B68-028F-42EA932F7374}"/>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btfpColumnIndicator728849">
              <a:extLst>
                <a:ext uri="{FF2B5EF4-FFF2-40B4-BE49-F238E27FC236}">
                  <a16:creationId xmlns:a16="http://schemas.microsoft.com/office/drawing/2014/main" id="{810D5463-3799-B775-FB24-2787C772A57B}"/>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2" name="btfpColumnIndicator927344">
              <a:extLst>
                <a:ext uri="{FF2B5EF4-FFF2-40B4-BE49-F238E27FC236}">
                  <a16:creationId xmlns:a16="http://schemas.microsoft.com/office/drawing/2014/main" id="{A272BE61-F431-3AB3-5A21-EB83DA39F782}"/>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29" name="btfpColumnIndicatorGroup1">
            <a:extLst>
              <a:ext uri="{FF2B5EF4-FFF2-40B4-BE49-F238E27FC236}">
                <a16:creationId xmlns:a16="http://schemas.microsoft.com/office/drawing/2014/main" id="{3D2F72B5-0F46-802B-232A-E89E23632288}"/>
              </a:ext>
            </a:extLst>
          </p:cNvPr>
          <p:cNvGrpSpPr/>
          <p:nvPr/>
        </p:nvGrpSpPr>
        <p:grpSpPr>
          <a:xfrm>
            <a:off x="0" y="-205740"/>
            <a:ext cx="12192000" cy="137160"/>
            <a:chOff x="0" y="-205740"/>
            <a:chExt cx="12192000" cy="137160"/>
          </a:xfrm>
        </p:grpSpPr>
        <p:sp>
          <p:nvSpPr>
            <p:cNvPr id="27" name="btfpColumnGapBlocker130216">
              <a:extLst>
                <a:ext uri="{FF2B5EF4-FFF2-40B4-BE49-F238E27FC236}">
                  <a16:creationId xmlns:a16="http://schemas.microsoft.com/office/drawing/2014/main" id="{17B37B79-8BCA-5B87-418C-4B090DA521F1}"/>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btfpColumnGapBlocker481165">
              <a:extLst>
                <a:ext uri="{FF2B5EF4-FFF2-40B4-BE49-F238E27FC236}">
                  <a16:creationId xmlns:a16="http://schemas.microsoft.com/office/drawing/2014/main" id="{1E2E7888-15EA-410E-9AF3-04FBCAD17B23}"/>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btfpColumnIndicator871529">
              <a:extLst>
                <a:ext uri="{FF2B5EF4-FFF2-40B4-BE49-F238E27FC236}">
                  <a16:creationId xmlns:a16="http://schemas.microsoft.com/office/drawing/2014/main" id="{3EA8EB85-F565-1C5A-055B-E4B9A201FC05}"/>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1" name="btfpColumnIndicator171550">
              <a:extLst>
                <a:ext uri="{FF2B5EF4-FFF2-40B4-BE49-F238E27FC236}">
                  <a16:creationId xmlns:a16="http://schemas.microsoft.com/office/drawing/2014/main" id="{32A95C42-0661-8BF5-96F2-8F6A1807C31F}"/>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Recommended Next Steps</a:t>
            </a:r>
          </a:p>
        </p:txBody>
      </p:sp>
      <p:sp>
        <p:nvSpPr>
          <p:cNvPr id="4" name="Oval 3"/>
          <p:cNvSpPr/>
          <p:nvPr/>
        </p:nvSpPr>
        <p:spPr>
          <a:xfrm>
            <a:off x="640080" y="1234440"/>
            <a:ext cx="365760" cy="36576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1</a:t>
            </a:r>
          </a:p>
        </p:txBody>
      </p:sp>
      <p:sp>
        <p:nvSpPr>
          <p:cNvPr id="5" name="TextBox 4"/>
          <p:cNvSpPr txBox="1"/>
          <p:nvPr/>
        </p:nvSpPr>
        <p:spPr>
          <a:xfrm>
            <a:off x="1188720" y="1188720"/>
            <a:ext cx="10058400" cy="320040"/>
          </a:xfrm>
          <a:prstGeom prst="rect">
            <a:avLst/>
          </a:prstGeom>
          <a:noFill/>
        </p:spPr>
        <p:txBody>
          <a:bodyPr wrap="none">
            <a:spAutoFit/>
          </a:bodyPr>
          <a:lstStyle/>
          <a:p>
            <a:pPr>
              <a:defRPr sz="1400" b="1">
                <a:solidFill>
                  <a:srgbClr val="1A1A1A"/>
                </a:solidFill>
                <a:latin typeface="Calibri"/>
              </a:defRPr>
            </a:pPr>
            <a:r>
              <a:t>Conduct an enterprise AI maturity diagnostic</a:t>
            </a:r>
          </a:p>
        </p:txBody>
      </p:sp>
      <p:sp>
        <p:nvSpPr>
          <p:cNvPr id="6" name="TextBox 5"/>
          <p:cNvSpPr txBox="1"/>
          <p:nvPr/>
        </p:nvSpPr>
        <p:spPr>
          <a:xfrm>
            <a:off x="1188720" y="1508760"/>
            <a:ext cx="10058400" cy="640080"/>
          </a:xfrm>
          <a:prstGeom prst="rect">
            <a:avLst/>
          </a:prstGeom>
          <a:noFill/>
        </p:spPr>
        <p:txBody>
          <a:bodyPr wrap="square">
            <a:spAutoFit/>
          </a:bodyPr>
          <a:lstStyle/>
          <a:p>
            <a:pPr>
              <a:defRPr sz="1050">
                <a:solidFill>
                  <a:srgbClr val="666666"/>
                </a:solidFill>
                <a:latin typeface="Calibri"/>
              </a:defRPr>
            </a:pPr>
            <a:r>
              <a:t>5-week sprint: ~30 interviews across functions (R&amp;D, Commercial, Medical, Manufacturing, IT); synthesize maturity across 20+ subdimensions of data strategy, culture, governance, architecture, and analytics; benchmark vs. pharma and cross-industry best-in-class peers</a:t>
            </a:r>
          </a:p>
        </p:txBody>
      </p:sp>
      <p:sp>
        <p:nvSpPr>
          <p:cNvPr id="7" name="Oval 6"/>
          <p:cNvSpPr/>
          <p:nvPr/>
        </p:nvSpPr>
        <p:spPr>
          <a:xfrm>
            <a:off x="640080" y="2286000"/>
            <a:ext cx="365760" cy="36576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2</a:t>
            </a:r>
          </a:p>
        </p:txBody>
      </p:sp>
      <p:sp>
        <p:nvSpPr>
          <p:cNvPr id="8" name="TextBox 7"/>
          <p:cNvSpPr txBox="1"/>
          <p:nvPr/>
        </p:nvSpPr>
        <p:spPr>
          <a:xfrm>
            <a:off x="1188720" y="2240280"/>
            <a:ext cx="10058400" cy="320040"/>
          </a:xfrm>
          <a:prstGeom prst="rect">
            <a:avLst/>
          </a:prstGeom>
          <a:noFill/>
        </p:spPr>
        <p:txBody>
          <a:bodyPr wrap="none">
            <a:spAutoFit/>
          </a:bodyPr>
          <a:lstStyle/>
          <a:p>
            <a:pPr>
              <a:defRPr sz="1400" b="1">
                <a:solidFill>
                  <a:srgbClr val="1A1A1A"/>
                </a:solidFill>
                <a:latin typeface="Calibri"/>
              </a:defRPr>
            </a:pPr>
            <a:r>
              <a:t>Identify 4–5 high-value domains</a:t>
            </a:r>
          </a:p>
        </p:txBody>
      </p:sp>
      <p:sp>
        <p:nvSpPr>
          <p:cNvPr id="9" name="TextBox 8"/>
          <p:cNvSpPr txBox="1"/>
          <p:nvPr/>
        </p:nvSpPr>
        <p:spPr>
          <a:xfrm>
            <a:off x="1188720" y="2560320"/>
            <a:ext cx="10058400" cy="640080"/>
          </a:xfrm>
          <a:prstGeom prst="rect">
            <a:avLst/>
          </a:prstGeom>
          <a:noFill/>
        </p:spPr>
        <p:txBody>
          <a:bodyPr wrap="square">
            <a:spAutoFit/>
          </a:bodyPr>
          <a:lstStyle/>
          <a:p>
            <a:pPr>
              <a:defRPr sz="1050">
                <a:solidFill>
                  <a:srgbClr val="666666"/>
                </a:solidFill>
                <a:latin typeface="Calibri"/>
              </a:defRPr>
            </a:pPr>
            <a:r>
              <a:t>Build top-down value hypotheses with specific P&amp;L targets for each domain; prioritize based on competitive advantage, data readiness, and organizational willingness; define go/no-go criteria for each</a:t>
            </a:r>
          </a:p>
        </p:txBody>
      </p:sp>
      <p:sp>
        <p:nvSpPr>
          <p:cNvPr id="10" name="Oval 9"/>
          <p:cNvSpPr/>
          <p:nvPr/>
        </p:nvSpPr>
        <p:spPr>
          <a:xfrm>
            <a:off x="640080" y="3337559"/>
            <a:ext cx="365760" cy="36576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3</a:t>
            </a:r>
          </a:p>
        </p:txBody>
      </p:sp>
      <p:sp>
        <p:nvSpPr>
          <p:cNvPr id="11" name="TextBox 10"/>
          <p:cNvSpPr txBox="1"/>
          <p:nvPr/>
        </p:nvSpPr>
        <p:spPr>
          <a:xfrm>
            <a:off x="1188720" y="3291839"/>
            <a:ext cx="10058400" cy="320040"/>
          </a:xfrm>
          <a:prstGeom prst="rect">
            <a:avLst/>
          </a:prstGeom>
          <a:noFill/>
        </p:spPr>
        <p:txBody>
          <a:bodyPr wrap="none">
            <a:spAutoFit/>
          </a:bodyPr>
          <a:lstStyle/>
          <a:p>
            <a:pPr>
              <a:defRPr sz="1400" b="1">
                <a:solidFill>
                  <a:srgbClr val="1A1A1A"/>
                </a:solidFill>
                <a:latin typeface="Calibri"/>
              </a:defRPr>
            </a:pPr>
            <a:r>
              <a:t>Stand up a semantic layer pilot</a:t>
            </a:r>
          </a:p>
        </p:txBody>
      </p:sp>
      <p:sp>
        <p:nvSpPr>
          <p:cNvPr id="12" name="TextBox 11"/>
          <p:cNvSpPr txBox="1"/>
          <p:nvPr/>
        </p:nvSpPr>
        <p:spPr>
          <a:xfrm>
            <a:off x="1188720" y="3611879"/>
            <a:ext cx="10058400" cy="640080"/>
          </a:xfrm>
          <a:prstGeom prst="rect">
            <a:avLst/>
          </a:prstGeom>
          <a:noFill/>
        </p:spPr>
        <p:txBody>
          <a:bodyPr wrap="square">
            <a:spAutoFit/>
          </a:bodyPr>
          <a:lstStyle/>
          <a:p>
            <a:pPr>
              <a:defRPr sz="1050">
                <a:solidFill>
                  <a:srgbClr val="666666"/>
                </a:solidFill>
                <a:latin typeface="Calibri"/>
              </a:defRPr>
            </a:pPr>
            <a:r>
              <a:t>Start in one high-priority domain (e.g., commercial data model or clinical trial ontology); define canonical terms, metrics, hierarchies; connect to 2–3 AI agent use cases; prove consistency and trust improvement</a:t>
            </a:r>
          </a:p>
        </p:txBody>
      </p:sp>
      <p:sp>
        <p:nvSpPr>
          <p:cNvPr id="13" name="Oval 12"/>
          <p:cNvSpPr/>
          <p:nvPr/>
        </p:nvSpPr>
        <p:spPr>
          <a:xfrm>
            <a:off x="640080" y="4389120"/>
            <a:ext cx="365760" cy="36576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4</a:t>
            </a:r>
          </a:p>
        </p:txBody>
      </p:sp>
      <p:sp>
        <p:nvSpPr>
          <p:cNvPr id="14" name="TextBox 13"/>
          <p:cNvSpPr txBox="1"/>
          <p:nvPr/>
        </p:nvSpPr>
        <p:spPr>
          <a:xfrm>
            <a:off x="1188720" y="4343400"/>
            <a:ext cx="10058400" cy="320040"/>
          </a:xfrm>
          <a:prstGeom prst="rect">
            <a:avLst/>
          </a:prstGeom>
          <a:noFill/>
        </p:spPr>
        <p:txBody>
          <a:bodyPr wrap="none">
            <a:spAutoFit/>
          </a:bodyPr>
          <a:lstStyle/>
          <a:p>
            <a:pPr>
              <a:defRPr sz="1400" b="1">
                <a:solidFill>
                  <a:srgbClr val="1A1A1A"/>
                </a:solidFill>
                <a:latin typeface="Calibri"/>
              </a:defRPr>
            </a:pPr>
            <a:r>
              <a:t>Prototype one agentic use case in evidence generation</a:t>
            </a:r>
          </a:p>
        </p:txBody>
      </p:sp>
      <p:sp>
        <p:nvSpPr>
          <p:cNvPr id="15" name="TextBox 14"/>
          <p:cNvSpPr txBox="1"/>
          <p:nvPr/>
        </p:nvSpPr>
        <p:spPr>
          <a:xfrm>
            <a:off x="1188720" y="4663440"/>
            <a:ext cx="10058400" cy="640080"/>
          </a:xfrm>
          <a:prstGeom prst="rect">
            <a:avLst/>
          </a:prstGeom>
          <a:noFill/>
        </p:spPr>
        <p:txBody>
          <a:bodyPr wrap="square">
            <a:spAutoFit/>
          </a:bodyPr>
          <a:lstStyle/>
          <a:p>
            <a:pPr>
              <a:defRPr sz="1050">
                <a:solidFill>
                  <a:srgbClr val="666666"/>
                </a:solidFill>
                <a:latin typeface="Calibri"/>
              </a:defRPr>
            </a:pPr>
            <a:r>
              <a:t>E.g., Patient-Aligned Clinical Evidence (PACE) diagnostic or Agentic Advisory Board; 3–5 evidence questions on existing data for one live asset; test usability, decision influence, and KPI impact</a:t>
            </a:r>
          </a:p>
        </p:txBody>
      </p:sp>
      <p:sp>
        <p:nvSpPr>
          <p:cNvPr id="16" name="Oval 15"/>
          <p:cNvSpPr/>
          <p:nvPr/>
        </p:nvSpPr>
        <p:spPr>
          <a:xfrm>
            <a:off x="640080" y="5440679"/>
            <a:ext cx="365760" cy="36576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5</a:t>
            </a:r>
          </a:p>
        </p:txBody>
      </p:sp>
      <p:sp>
        <p:nvSpPr>
          <p:cNvPr id="17" name="TextBox 16"/>
          <p:cNvSpPr txBox="1"/>
          <p:nvPr/>
        </p:nvSpPr>
        <p:spPr>
          <a:xfrm>
            <a:off x="1188720" y="5394959"/>
            <a:ext cx="10058400" cy="320040"/>
          </a:xfrm>
          <a:prstGeom prst="rect">
            <a:avLst/>
          </a:prstGeom>
          <a:noFill/>
        </p:spPr>
        <p:txBody>
          <a:bodyPr wrap="none">
            <a:spAutoFit/>
          </a:bodyPr>
          <a:lstStyle/>
          <a:p>
            <a:pPr>
              <a:defRPr sz="1400" b="1">
                <a:solidFill>
                  <a:srgbClr val="1A1A1A"/>
                </a:solidFill>
                <a:latin typeface="Calibri"/>
              </a:defRPr>
            </a:pPr>
            <a:r>
              <a:t>Design the transformation operating model</a:t>
            </a:r>
          </a:p>
        </p:txBody>
      </p:sp>
      <p:sp>
        <p:nvSpPr>
          <p:cNvPr id="18" name="TextBox 17"/>
          <p:cNvSpPr txBox="1"/>
          <p:nvPr/>
        </p:nvSpPr>
        <p:spPr>
          <a:xfrm>
            <a:off x="1188720" y="5714999"/>
            <a:ext cx="10058400" cy="640080"/>
          </a:xfrm>
          <a:prstGeom prst="rect">
            <a:avLst/>
          </a:prstGeom>
          <a:noFill/>
        </p:spPr>
        <p:txBody>
          <a:bodyPr wrap="square">
            <a:spAutoFit/>
          </a:bodyPr>
          <a:lstStyle/>
          <a:p>
            <a:pPr>
              <a:defRPr sz="1050">
                <a:solidFill>
                  <a:srgbClr val="666666"/>
                </a:solidFill>
                <a:latin typeface="Calibri"/>
              </a:defRPr>
            </a:pPr>
            <a:r>
              <a:t>Business-owned solution teams + small central transformation team; define governance, scaling mechanisms, adoption metrics; embed into existing stage-gate and IEP review processes; plan for team enablement and upskilling</a:t>
            </a:r>
          </a:p>
        </p:txBody>
      </p:sp>
      <p:sp>
        <p:nvSpPr>
          <p:cNvPr id="19" name="TextBox 18"/>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20" name="TextBox 19"/>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16</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btfpColumnIndicatorGroup2">
            <a:extLst>
              <a:ext uri="{FF2B5EF4-FFF2-40B4-BE49-F238E27FC236}">
                <a16:creationId xmlns:a16="http://schemas.microsoft.com/office/drawing/2014/main" id="{22CC08E0-8104-CF6F-B0DE-CCDF8D506558}"/>
              </a:ext>
            </a:extLst>
          </p:cNvPr>
          <p:cNvGrpSpPr/>
          <p:nvPr/>
        </p:nvGrpSpPr>
        <p:grpSpPr>
          <a:xfrm>
            <a:off x="0" y="6926580"/>
            <a:ext cx="12192000" cy="137160"/>
            <a:chOff x="0" y="6926580"/>
            <a:chExt cx="12192000" cy="137160"/>
          </a:xfrm>
        </p:grpSpPr>
        <p:sp>
          <p:nvSpPr>
            <p:cNvPr id="14" name="btfpColumnGapBlocker662624">
              <a:extLst>
                <a:ext uri="{FF2B5EF4-FFF2-40B4-BE49-F238E27FC236}">
                  <a16:creationId xmlns:a16="http://schemas.microsoft.com/office/drawing/2014/main" id="{C8F2CA3A-F053-F8B7-DD16-F7432E2C6902}"/>
                </a:ext>
              </a:extLst>
            </p:cNvPr>
            <p:cNvSpPr/>
            <p:nvPr/>
          </p:nvSpPr>
          <p:spPr>
            <a:xfrm>
              <a:off x="8686800" y="692658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btfpColumnGapBlocker838504">
              <a:extLst>
                <a:ext uri="{FF2B5EF4-FFF2-40B4-BE49-F238E27FC236}">
                  <a16:creationId xmlns:a16="http://schemas.microsoft.com/office/drawing/2014/main" id="{28C2EE2E-5B4A-2FA2-BF9E-09FABE18AA75}"/>
                </a:ext>
              </a:extLst>
            </p:cNvPr>
            <p:cNvSpPr/>
            <p:nvPr/>
          </p:nvSpPr>
          <p:spPr>
            <a:xfrm>
              <a:off x="0" y="692658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btfpColumnIndicator420286">
              <a:extLst>
                <a:ext uri="{FF2B5EF4-FFF2-40B4-BE49-F238E27FC236}">
                  <a16:creationId xmlns:a16="http://schemas.microsoft.com/office/drawing/2014/main" id="{A6C1A3BB-5F7E-DB03-61FD-703CDD794DFE}"/>
                </a:ext>
              </a:extLst>
            </p:cNvPr>
            <p:cNvCxnSpPr/>
            <p:nvPr/>
          </p:nvCxnSpPr>
          <p:spPr>
            <a:xfrm flipV="1">
              <a:off x="86868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btfpColumnIndicator802116">
              <a:extLst>
                <a:ext uri="{FF2B5EF4-FFF2-40B4-BE49-F238E27FC236}">
                  <a16:creationId xmlns:a16="http://schemas.microsoft.com/office/drawing/2014/main" id="{7D5736DF-713B-0FF4-579C-B0585307B2E1}"/>
                </a:ext>
              </a:extLst>
            </p:cNvPr>
            <p:cNvCxnSpPr/>
            <p:nvPr/>
          </p:nvCxnSpPr>
          <p:spPr>
            <a:xfrm flipV="1">
              <a:off x="457200" y="692658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5" name="btfpColumnIndicatorGroup1">
            <a:extLst>
              <a:ext uri="{FF2B5EF4-FFF2-40B4-BE49-F238E27FC236}">
                <a16:creationId xmlns:a16="http://schemas.microsoft.com/office/drawing/2014/main" id="{D1935979-59A6-211A-B1B2-AFF1C6744DD4}"/>
              </a:ext>
            </a:extLst>
          </p:cNvPr>
          <p:cNvGrpSpPr/>
          <p:nvPr/>
        </p:nvGrpSpPr>
        <p:grpSpPr>
          <a:xfrm>
            <a:off x="0" y="-205740"/>
            <a:ext cx="12192000" cy="137160"/>
            <a:chOff x="0" y="-205740"/>
            <a:chExt cx="12192000" cy="137160"/>
          </a:xfrm>
        </p:grpSpPr>
        <p:sp>
          <p:nvSpPr>
            <p:cNvPr id="13" name="btfpColumnGapBlocker940054">
              <a:extLst>
                <a:ext uri="{FF2B5EF4-FFF2-40B4-BE49-F238E27FC236}">
                  <a16:creationId xmlns:a16="http://schemas.microsoft.com/office/drawing/2014/main" id="{0030578C-4289-C0F8-8661-84A4B531C2A3}"/>
                </a:ext>
              </a:extLst>
            </p:cNvPr>
            <p:cNvSpPr/>
            <p:nvPr/>
          </p:nvSpPr>
          <p:spPr>
            <a:xfrm>
              <a:off x="8686800" y="-205740"/>
              <a:ext cx="3505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btfpColumnGapBlocker397880">
              <a:extLst>
                <a:ext uri="{FF2B5EF4-FFF2-40B4-BE49-F238E27FC236}">
                  <a16:creationId xmlns:a16="http://schemas.microsoft.com/office/drawing/2014/main" id="{4D9A3A88-0D91-FAC6-E913-98213ADB9CE7}"/>
                </a:ext>
              </a:extLst>
            </p:cNvPr>
            <p:cNvSpPr/>
            <p:nvPr/>
          </p:nvSpPr>
          <p:spPr>
            <a:xfrm>
              <a:off x="0" y="-205740"/>
              <a:ext cx="457200" cy="137160"/>
            </a:xfrm>
            <a:prstGeom prst="rect">
              <a:avLst/>
            </a:prstGeom>
            <a:pattFill prst="ltUpDiag">
              <a:fgClr>
                <a:srgbClr val="BBCABA"/>
              </a:fgClr>
              <a:bgClr>
                <a:srgbClr val="FFFFFF"/>
              </a:bgClr>
            </a:patt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btfpColumnIndicator673984">
              <a:extLst>
                <a:ext uri="{FF2B5EF4-FFF2-40B4-BE49-F238E27FC236}">
                  <a16:creationId xmlns:a16="http://schemas.microsoft.com/office/drawing/2014/main" id="{848E8896-F04D-EB54-F082-0734760B0442}"/>
                </a:ext>
              </a:extLst>
            </p:cNvPr>
            <p:cNvCxnSpPr/>
            <p:nvPr/>
          </p:nvCxnSpPr>
          <p:spPr>
            <a:xfrm flipV="1">
              <a:off x="86868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 name="btfpColumnIndicator656855">
              <a:extLst>
                <a:ext uri="{FF2B5EF4-FFF2-40B4-BE49-F238E27FC236}">
                  <a16:creationId xmlns:a16="http://schemas.microsoft.com/office/drawing/2014/main" id="{30C6E463-C524-D4A0-B8D5-E574A3C46449}"/>
                </a:ext>
              </a:extLst>
            </p:cNvPr>
            <p:cNvCxnSpPr/>
            <p:nvPr/>
          </p:nvCxnSpPr>
          <p:spPr>
            <a:xfrm flipV="1">
              <a:off x="457200" y="-205740"/>
              <a:ext cx="0" cy="137160"/>
            </a:xfrm>
            <a:prstGeom prst="line">
              <a:avLst/>
            </a:prstGeom>
            <a:ln w="19050" cap="flat" cmpd="sng" algn="ctr">
              <a:solidFill>
                <a:srgbClr val="50786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 name="Rectangle 1"/>
          <p:cNvSpPr/>
          <p:nvPr/>
        </p:nvSpPr>
        <p:spPr>
          <a:xfrm>
            <a:off x="0" y="0"/>
            <a:ext cx="12191695"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881360" cy="548640"/>
          </a:xfrm>
          <a:prstGeom prst="rect">
            <a:avLst/>
          </a:prstGeom>
          <a:noFill/>
        </p:spPr>
        <p:txBody>
          <a:bodyPr wrap="none">
            <a:spAutoFit/>
          </a:bodyPr>
          <a:lstStyle/>
          <a:p>
            <a:pPr>
              <a:defRPr sz="2200" b="1">
                <a:solidFill>
                  <a:srgbClr val="1A1A1A"/>
                </a:solidFill>
                <a:latin typeface="Calibri"/>
              </a:defRPr>
            </a:pPr>
            <a:r>
              <a:t>Why Bain Is the Right Partner for This Journey</a:t>
            </a:r>
          </a:p>
        </p:txBody>
      </p:sp>
      <p:sp>
        <p:nvSpPr>
          <p:cNvPr id="4" name="TextBox 3"/>
          <p:cNvSpPr txBox="1"/>
          <p:nvPr/>
        </p:nvSpPr>
        <p:spPr>
          <a:xfrm>
            <a:off x="640080" y="1188720"/>
            <a:ext cx="10881360" cy="4754880"/>
          </a:xfrm>
          <a:prstGeom prst="rect">
            <a:avLst/>
          </a:prstGeom>
          <a:noFill/>
        </p:spPr>
        <p:txBody>
          <a:bodyPr wrap="square">
            <a:spAutoFit/>
          </a:bodyPr>
          <a:lstStyle/>
          <a:p>
            <a:pPr>
              <a:spcAft>
                <a:spcPts val="300"/>
              </a:spcAft>
              <a:defRPr sz="1400" b="1">
                <a:solidFill>
                  <a:srgbClr val="CC0000"/>
                </a:solidFill>
                <a:latin typeface="Calibri"/>
              </a:defRPr>
            </a:pPr>
            <a:r>
              <a:t>AI &amp; Analytics Scale</a:t>
            </a:r>
          </a:p>
          <a:p>
            <a:pPr lvl="1">
              <a:spcAft>
                <a:spcPts val="300"/>
              </a:spcAft>
              <a:defRPr sz="1100" b="0">
                <a:solidFill>
                  <a:srgbClr val="666666"/>
                </a:solidFill>
                <a:latin typeface="Calibri"/>
              </a:defRPr>
            </a:pPr>
            <a:r>
              <a:t>3,000+ AI, Insights &amp; Solutions client engagements globally</a:t>
            </a:r>
          </a:p>
          <a:p>
            <a:pPr lvl="1">
              <a:spcAft>
                <a:spcPts val="300"/>
              </a:spcAft>
              <a:defRPr sz="1100" b="0">
                <a:solidFill>
                  <a:srgbClr val="666666"/>
                </a:solidFill>
                <a:latin typeface="Calibri"/>
              </a:defRPr>
            </a:pPr>
            <a:r>
              <a:t>420+ GenAI/Agentic AI use cases and solutions delivered worldwide</a:t>
            </a:r>
          </a:p>
          <a:p>
            <a:pPr lvl="1">
              <a:spcAft>
                <a:spcPts val="300"/>
              </a:spcAft>
              <a:defRPr sz="1100" b="0">
                <a:solidFill>
                  <a:srgbClr val="666666"/>
                </a:solidFill>
                <a:latin typeface="Calibri"/>
              </a:defRPr>
            </a:pPr>
            <a:r>
              <a:t>250+ production solutions built worldwide via Vector</a:t>
            </a:r>
          </a:p>
          <a:p>
            <a:pPr>
              <a:spcAft>
                <a:spcPts val="300"/>
              </a:spcAft>
              <a:defRPr sz="600" b="0">
                <a:solidFill>
                  <a:srgbClr val="1A1A1A"/>
                </a:solidFill>
                <a:latin typeface="Calibri"/>
              </a:defRPr>
            </a:pPr>
            <a:endParaRPr/>
          </a:p>
          <a:p>
            <a:pPr>
              <a:spcAft>
                <a:spcPts val="300"/>
              </a:spcAft>
              <a:defRPr sz="1400" b="1">
                <a:solidFill>
                  <a:srgbClr val="CC0000"/>
                </a:solidFill>
                <a:latin typeface="Calibri"/>
              </a:defRPr>
            </a:pPr>
            <a:r>
              <a:t>Healthcare &amp; Life Sciences Depth</a:t>
            </a:r>
          </a:p>
          <a:p>
            <a:pPr lvl="1">
              <a:spcAft>
                <a:spcPts val="300"/>
              </a:spcAft>
              <a:defRPr sz="1100" b="0">
                <a:solidFill>
                  <a:srgbClr val="666666"/>
                </a:solidFill>
                <a:latin typeface="Calibri"/>
              </a:defRPr>
            </a:pPr>
            <a:r>
              <a:t>20+ HLS AI projects in 2025 alone (Amgen, Novo, Pfizer, GEHC, IHH, and more)</a:t>
            </a:r>
          </a:p>
          <a:p>
            <a:pPr lvl="1">
              <a:spcAft>
                <a:spcPts val="300"/>
              </a:spcAft>
              <a:defRPr sz="1100" b="0">
                <a:solidFill>
                  <a:srgbClr val="666666"/>
                </a:solidFill>
                <a:latin typeface="Calibri"/>
              </a:defRPr>
            </a:pPr>
            <a:r>
              <a:t>100+ data &amp; analytics projects in healthcare</a:t>
            </a:r>
          </a:p>
          <a:p>
            <a:pPr lvl="1">
              <a:spcAft>
                <a:spcPts val="300"/>
              </a:spcAft>
              <a:defRPr sz="1100" b="0">
                <a:solidFill>
                  <a:srgbClr val="666666"/>
                </a:solidFill>
                <a:latin typeface="Calibri"/>
              </a:defRPr>
            </a:pPr>
            <a:r>
              <a:t>85% of healthcare PE deal value advised</a:t>
            </a:r>
          </a:p>
          <a:p>
            <a:pPr lvl="1">
              <a:spcAft>
                <a:spcPts val="300"/>
              </a:spcAft>
              <a:defRPr sz="1100" b="0">
                <a:solidFill>
                  <a:srgbClr val="666666"/>
                </a:solidFill>
                <a:latin typeface="Calibri"/>
              </a:defRPr>
            </a:pPr>
            <a:r>
              <a:t>Deep expertise across pharma value chain: R&amp;D, Medical Affairs, Commercial, Manufacturing</a:t>
            </a:r>
          </a:p>
          <a:p>
            <a:pPr>
              <a:spcAft>
                <a:spcPts val="300"/>
              </a:spcAft>
              <a:defRPr sz="600" b="0">
                <a:solidFill>
                  <a:srgbClr val="1A1A1A"/>
                </a:solidFill>
                <a:latin typeface="Calibri"/>
              </a:defRPr>
            </a:pPr>
            <a:endParaRPr/>
          </a:p>
          <a:p>
            <a:pPr>
              <a:spcAft>
                <a:spcPts val="300"/>
              </a:spcAft>
              <a:defRPr sz="1400" b="1">
                <a:solidFill>
                  <a:srgbClr val="CC0000"/>
                </a:solidFill>
                <a:latin typeface="Calibri"/>
              </a:defRPr>
            </a:pPr>
            <a:r>
              <a:t>Strategic Alliances</a:t>
            </a:r>
          </a:p>
          <a:p>
            <a:pPr lvl="1">
              <a:spcAft>
                <a:spcPts val="300"/>
              </a:spcAft>
              <a:defRPr sz="1100" b="0">
                <a:solidFill>
                  <a:srgbClr val="666666"/>
                </a:solidFill>
                <a:latin typeface="Calibri"/>
              </a:defRPr>
            </a:pPr>
            <a:r>
              <a:t>OpenAI: 2.5+ year alliance; Sam Altman cited Bain at DevDay 2025</a:t>
            </a:r>
          </a:p>
          <a:p>
            <a:pPr lvl="1">
              <a:spcAft>
                <a:spcPts val="300"/>
              </a:spcAft>
              <a:defRPr sz="1100" b="0">
                <a:solidFill>
                  <a:srgbClr val="666666"/>
                </a:solidFill>
                <a:latin typeface="Calibri"/>
              </a:defRPr>
            </a:pPr>
            <a:r>
              <a:t>Palantir: Enterprise-grade AI solutions at scale; HLS priority partnership</a:t>
            </a:r>
          </a:p>
          <a:p>
            <a:pPr lvl="1">
              <a:spcAft>
                <a:spcPts val="300"/>
              </a:spcAft>
              <a:defRPr sz="1100" b="0">
                <a:solidFill>
                  <a:srgbClr val="666666"/>
                </a:solidFill>
                <a:latin typeface="Calibri"/>
              </a:defRPr>
            </a:pPr>
            <a:r>
              <a:t>Andrew Ng / AI Aspire: Accelerating AI transformation</a:t>
            </a:r>
          </a:p>
          <a:p>
            <a:pPr>
              <a:spcAft>
                <a:spcPts val="300"/>
              </a:spcAft>
              <a:defRPr sz="600" b="0">
                <a:solidFill>
                  <a:srgbClr val="1A1A1A"/>
                </a:solidFill>
                <a:latin typeface="Calibri"/>
              </a:defRPr>
            </a:pPr>
            <a:endParaRPr/>
          </a:p>
          <a:p>
            <a:pPr>
              <a:spcAft>
                <a:spcPts val="300"/>
              </a:spcAft>
              <a:defRPr sz="1400" b="1">
                <a:solidFill>
                  <a:srgbClr val="CC0000"/>
                </a:solidFill>
                <a:latin typeface="Calibri"/>
              </a:defRPr>
            </a:pPr>
            <a:r>
              <a:t>Talent</a:t>
            </a:r>
          </a:p>
          <a:p>
            <a:pPr lvl="1">
              <a:spcAft>
                <a:spcPts val="300"/>
              </a:spcAft>
              <a:defRPr sz="1100" b="0">
                <a:solidFill>
                  <a:srgbClr val="666666"/>
                </a:solidFill>
                <a:latin typeface="Calibri"/>
              </a:defRPr>
            </a:pPr>
            <a:r>
              <a:t>1,500+ deep analytics experts and practitioners</a:t>
            </a:r>
          </a:p>
          <a:p>
            <a:pPr lvl="1">
              <a:spcAft>
                <a:spcPts val="300"/>
              </a:spcAft>
              <a:defRPr sz="1100" b="0">
                <a:solidFill>
                  <a:srgbClr val="666666"/>
                </a:solidFill>
                <a:latin typeface="Calibri"/>
              </a:defRPr>
            </a:pPr>
            <a:r>
              <a:t>900+ software engineers via partner network</a:t>
            </a:r>
          </a:p>
          <a:p>
            <a:pPr lvl="1">
              <a:spcAft>
                <a:spcPts val="300"/>
              </a:spcAft>
              <a:defRPr sz="1100" b="0">
                <a:solidFill>
                  <a:srgbClr val="666666"/>
                </a:solidFill>
                <a:latin typeface="Calibri"/>
              </a:defRPr>
            </a:pPr>
            <a:r>
              <a:t>60+ strategic design, UI/UX and user research experts</a:t>
            </a:r>
          </a:p>
          <a:p>
            <a:pPr lvl="1">
              <a:spcAft>
                <a:spcPts val="300"/>
              </a:spcAft>
              <a:defRPr sz="1100" b="0">
                <a:solidFill>
                  <a:srgbClr val="666666"/>
                </a:solidFill>
                <a:latin typeface="Calibri"/>
              </a:defRPr>
            </a:pPr>
            <a:r>
              <a:t>20+ senior practitioners (ex-CDO, CAO, data science professors)</a:t>
            </a:r>
          </a:p>
          <a:p>
            <a:pPr>
              <a:spcAft>
                <a:spcPts val="300"/>
              </a:spcAft>
              <a:defRPr sz="600" b="0">
                <a:solidFill>
                  <a:srgbClr val="1A1A1A"/>
                </a:solidFill>
                <a:latin typeface="Calibri"/>
              </a:defRPr>
            </a:pPr>
            <a:endParaRPr/>
          </a:p>
          <a:p>
            <a:pPr>
              <a:spcAft>
                <a:spcPts val="300"/>
              </a:spcAft>
              <a:defRPr sz="1400" b="1">
                <a:solidFill>
                  <a:srgbClr val="CC0000"/>
                </a:solidFill>
                <a:latin typeface="Calibri"/>
              </a:defRPr>
            </a:pPr>
            <a:r>
              <a:t>Results Focus</a:t>
            </a:r>
          </a:p>
          <a:p>
            <a:pPr>
              <a:spcAft>
                <a:spcPts val="300"/>
              </a:spcAft>
              <a:defRPr sz="1200" b="0">
                <a:solidFill>
                  <a:srgbClr val="1A1A1A"/>
                </a:solidFill>
                <a:latin typeface="Calibri"/>
              </a:defRPr>
            </a:pPr>
            <a:r>
              <a:t>We don't work on 'Bain projects.' We partner in accelerating your work and results.</a:t>
            </a:r>
          </a:p>
          <a:p>
            <a:pPr>
              <a:spcAft>
                <a:spcPts val="300"/>
              </a:spcAft>
              <a:defRPr sz="1200" b="0">
                <a:solidFill>
                  <a:srgbClr val="1A1A1A"/>
                </a:solidFill>
                <a:latin typeface="Calibri"/>
              </a:defRPr>
            </a:pPr>
            <a:r>
              <a:t>We define and pursue success together — with scientific rigor in Results Delivery.</a:t>
            </a:r>
          </a:p>
        </p:txBody>
      </p:sp>
      <p:sp>
        <p:nvSpPr>
          <p:cNvPr id="5" name="TextBox 4"/>
          <p:cNvSpPr txBox="1"/>
          <p:nvPr/>
        </p:nvSpPr>
        <p:spPr>
          <a:xfrm>
            <a:off x="457200" y="6446520"/>
            <a:ext cx="7315200" cy="274320"/>
          </a:xfrm>
          <a:prstGeom prst="rect">
            <a:avLst/>
          </a:prstGeom>
          <a:noFill/>
        </p:spPr>
        <p:txBody>
          <a:bodyPr wrap="none">
            <a:spAutoFit/>
          </a:bodyPr>
          <a:lstStyle/>
          <a:p>
            <a:pPr>
              <a:defRPr sz="800">
                <a:solidFill>
                  <a:srgbClr val="999999"/>
                </a:solidFill>
                <a:latin typeface="Calibri"/>
              </a:defRPr>
            </a:pPr>
            <a:r>
              <a:t>Bain &amp; Company  |  Confidential  |  February 2026</a:t>
            </a:r>
          </a:p>
        </p:txBody>
      </p:sp>
      <p:sp>
        <p:nvSpPr>
          <p:cNvPr id="6" name="TextBox 5"/>
          <p:cNvSpPr txBox="1"/>
          <p:nvPr/>
        </p:nvSpPr>
        <p:spPr>
          <a:xfrm>
            <a:off x="11277295" y="6446520"/>
            <a:ext cx="457200" cy="274320"/>
          </a:xfrm>
          <a:prstGeom prst="rect">
            <a:avLst/>
          </a:prstGeom>
          <a:noFill/>
        </p:spPr>
        <p:txBody>
          <a:bodyPr wrap="none">
            <a:spAutoFit/>
          </a:bodyPr>
          <a:lstStyle/>
          <a:p>
            <a:pPr algn="r">
              <a:defRPr sz="800">
                <a:solidFill>
                  <a:srgbClr val="999999"/>
                </a:solidFill>
                <a:latin typeface="Calibri"/>
              </a:defRPr>
            </a:pPr>
            <a:r>
              <a:t>17</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TFPCOLUMNGUIDE" val="Visible"/>
  <p:tag name="MEKKOFORMATS" val="&lt;MekkoFormats&gt;&lt;NumberFormat DecimalSeparator=&quot;.&quot; ThousandSeparator=&quot;,&quot; NegativeNumberFormat=&quot;1&quot; /&gt;&lt;DateFormat CultureID=&quot;1033&quot; FormatString=&quot;M/d/yyyy&quot; /&gt;&lt;Font&gt;&lt;Output_Font_Name Default=&quot;Arial&quot; UsePPTTheme=&quot;True&quot; /&gt;&lt;/Font&gt;&lt;/MekkoFormats&gt;"/>
</p:tagLst>
</file>

<file path=ppt/tags/tag2.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3.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4.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5.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7.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8.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9.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0.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1.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2.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3.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4.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5.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6.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7.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8.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9.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3844</Words>
  <Application>Microsoft Office PowerPoint</Application>
  <PresentationFormat>Widescreen</PresentationFormat>
  <Paragraphs>393</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Chandrashekhar, Satty</cp:lastModifiedBy>
  <cp:revision>1</cp:revision>
  <dcterms:created xsi:type="dcterms:W3CDTF">2013-01-27T09:14:16Z</dcterms:created>
  <dcterms:modified xsi:type="dcterms:W3CDTF">2026-02-14T19:39:02Z</dcterms:modified>
  <cp:category/>
</cp:coreProperties>
</file>